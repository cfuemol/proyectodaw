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0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67"/>
    <p:restoredTop sz="94658"/>
  </p:normalViewPr>
  <p:slideViewPr>
    <p:cSldViewPr snapToGrid="0">
      <p:cViewPr varScale="1">
        <p:scale>
          <a:sx n="120" d="100"/>
          <a:sy n="120" d="100"/>
        </p:scale>
        <p:origin x="2600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B69FBA-793B-9A41-9B02-AAAE4BED3383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DA9F1AE8-7E74-A048-89F8-537281792DB9}">
      <dgm:prSet phldrT="[Texto]"/>
      <dgm:spPr/>
      <dgm:t>
        <a:bodyPr/>
        <a:lstStyle/>
        <a:p>
          <a:pPr algn="ctr"/>
          <a:r>
            <a:rPr lang="es-ES" dirty="0"/>
            <a:t>Falta de información en tiempo real para el profesional</a:t>
          </a:r>
        </a:p>
      </dgm:t>
    </dgm:pt>
    <dgm:pt modelId="{E43960EF-6C75-6F46-ACEA-B518E0ACE227}" type="parTrans" cxnId="{8FC0573F-564E-9746-A1CA-EF35E1F0500E}">
      <dgm:prSet/>
      <dgm:spPr/>
      <dgm:t>
        <a:bodyPr/>
        <a:lstStyle/>
        <a:p>
          <a:endParaRPr lang="es-ES"/>
        </a:p>
      </dgm:t>
    </dgm:pt>
    <dgm:pt modelId="{ED4A61DD-CC63-AE48-A701-02F140EC31AC}" type="sibTrans" cxnId="{8FC0573F-564E-9746-A1CA-EF35E1F0500E}">
      <dgm:prSet phldrT="01"/>
      <dgm:spPr/>
      <dgm:t>
        <a:bodyPr/>
        <a:lstStyle/>
        <a:p>
          <a:pPr algn="ctr"/>
          <a:r>
            <a:rPr lang="es-ES" dirty="0"/>
            <a:t>01</a:t>
          </a:r>
        </a:p>
      </dgm:t>
    </dgm:pt>
    <dgm:pt modelId="{C54327ED-B9C6-314E-B780-AFAB7BD0E169}">
      <dgm:prSet phldrT="[Texto]"/>
      <dgm:spPr/>
      <dgm:t>
        <a:bodyPr/>
        <a:lstStyle/>
        <a:p>
          <a:pPr algn="ctr"/>
          <a:r>
            <a:rPr lang="es-ES" dirty="0"/>
            <a:t>Retraso en activación de recursos 061</a:t>
          </a:r>
        </a:p>
      </dgm:t>
    </dgm:pt>
    <dgm:pt modelId="{A4D3FD15-2D02-C442-A428-8F5BC2EC4AD5}" type="parTrans" cxnId="{F0EC8E27-73F9-B646-941F-E4EF9937D31B}">
      <dgm:prSet/>
      <dgm:spPr/>
      <dgm:t>
        <a:bodyPr/>
        <a:lstStyle/>
        <a:p>
          <a:endParaRPr lang="es-ES"/>
        </a:p>
      </dgm:t>
    </dgm:pt>
    <dgm:pt modelId="{2BAE518F-65A1-1E4F-BD22-99D3FEB4C02A}" type="sibTrans" cxnId="{F0EC8E27-73F9-B646-941F-E4EF9937D31B}">
      <dgm:prSet phldrT="02"/>
      <dgm:spPr/>
      <dgm:t>
        <a:bodyPr/>
        <a:lstStyle/>
        <a:p>
          <a:pPr algn="ctr"/>
          <a:r>
            <a:rPr lang="es-ES" dirty="0"/>
            <a:t>02</a:t>
          </a:r>
        </a:p>
      </dgm:t>
    </dgm:pt>
    <dgm:pt modelId="{08060C74-4D60-074F-9778-9C0B64067131}">
      <dgm:prSet phldrT="[Texto]"/>
      <dgm:spPr/>
      <dgm:t>
        <a:bodyPr/>
        <a:lstStyle/>
        <a:p>
          <a:pPr algn="ctr"/>
          <a:r>
            <a:rPr lang="es-ES" dirty="0"/>
            <a:t>Errores al cumplir descansos legales</a:t>
          </a:r>
        </a:p>
      </dgm:t>
    </dgm:pt>
    <dgm:pt modelId="{B046576E-8684-324A-9FAF-CA5451C7E1B1}" type="parTrans" cxnId="{157E23C2-30B2-2643-A055-4D16B8039968}">
      <dgm:prSet/>
      <dgm:spPr/>
      <dgm:t>
        <a:bodyPr/>
        <a:lstStyle/>
        <a:p>
          <a:endParaRPr lang="es-ES"/>
        </a:p>
      </dgm:t>
    </dgm:pt>
    <dgm:pt modelId="{FC615992-4832-8C44-9860-FF31A78753EC}" type="sibTrans" cxnId="{157E23C2-30B2-2643-A055-4D16B8039968}">
      <dgm:prSet phldrT="03"/>
      <dgm:spPr/>
      <dgm:t>
        <a:bodyPr/>
        <a:lstStyle/>
        <a:p>
          <a:pPr algn="ctr"/>
          <a:r>
            <a:rPr lang="es-ES" dirty="0"/>
            <a:t>03</a:t>
          </a:r>
        </a:p>
      </dgm:t>
    </dgm:pt>
    <dgm:pt modelId="{663DF25B-FD32-6A4F-AF42-8AFF3732BB22}">
      <dgm:prSet phldrT="[Texto]"/>
      <dgm:spPr/>
      <dgm:t>
        <a:bodyPr/>
        <a:lstStyle/>
        <a:p>
          <a:pPr algn="ctr"/>
          <a:r>
            <a:rPr lang="es-ES" dirty="0"/>
            <a:t>Dificultad en gestión de cambios de turno</a:t>
          </a:r>
        </a:p>
      </dgm:t>
    </dgm:pt>
    <dgm:pt modelId="{B20CE2B2-DCC3-B24B-AD64-01B7108DBD44}" type="parTrans" cxnId="{AE4EDCA2-05C4-A941-8A01-401364BAA55A}">
      <dgm:prSet/>
      <dgm:spPr/>
      <dgm:t>
        <a:bodyPr/>
        <a:lstStyle/>
        <a:p>
          <a:endParaRPr lang="es-ES"/>
        </a:p>
      </dgm:t>
    </dgm:pt>
    <dgm:pt modelId="{2D4CF8DE-627F-B948-A2C3-BE48584D8EDB}" type="sibTrans" cxnId="{AE4EDCA2-05C4-A941-8A01-401364BAA55A}">
      <dgm:prSet phldrT="04"/>
      <dgm:spPr/>
      <dgm:t>
        <a:bodyPr/>
        <a:lstStyle/>
        <a:p>
          <a:pPr algn="ctr"/>
          <a:r>
            <a:rPr lang="es-ES" dirty="0"/>
            <a:t>04</a:t>
          </a:r>
        </a:p>
      </dgm:t>
    </dgm:pt>
    <dgm:pt modelId="{5B4ED54D-22B0-4E48-BADB-D4163FE740DC}" type="pres">
      <dgm:prSet presAssocID="{18B69FBA-793B-9A41-9B02-AAAE4BED3383}" presName="Name0" presStyleCnt="0">
        <dgm:presLayoutVars>
          <dgm:animLvl val="lvl"/>
          <dgm:resizeHandles val="exact"/>
        </dgm:presLayoutVars>
      </dgm:prSet>
      <dgm:spPr/>
    </dgm:pt>
    <dgm:pt modelId="{B180650A-56D2-0644-BB32-BAAFAD4CE1E8}" type="pres">
      <dgm:prSet presAssocID="{DA9F1AE8-7E74-A048-89F8-537281792DB9}" presName="compositeNode" presStyleCnt="0">
        <dgm:presLayoutVars>
          <dgm:bulletEnabled val="1"/>
        </dgm:presLayoutVars>
      </dgm:prSet>
      <dgm:spPr/>
    </dgm:pt>
    <dgm:pt modelId="{234115ED-6B25-C647-BFD5-A7AC904C9BB5}" type="pres">
      <dgm:prSet presAssocID="{DA9F1AE8-7E74-A048-89F8-537281792DB9}" presName="bgRect" presStyleLbl="alignNode1" presStyleIdx="0" presStyleCnt="4"/>
      <dgm:spPr/>
    </dgm:pt>
    <dgm:pt modelId="{EB5DE135-8BFF-384D-9641-D979BE7EEC56}" type="pres">
      <dgm:prSet presAssocID="{ED4A61DD-CC63-AE48-A701-02F140EC31AC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287AD50E-5903-864A-ABEF-72E1CE9265A3}" type="pres">
      <dgm:prSet presAssocID="{DA9F1AE8-7E74-A048-89F8-537281792DB9}" presName="nodeRect" presStyleLbl="alignNode1" presStyleIdx="0" presStyleCnt="4">
        <dgm:presLayoutVars>
          <dgm:bulletEnabled val="1"/>
        </dgm:presLayoutVars>
      </dgm:prSet>
      <dgm:spPr/>
    </dgm:pt>
    <dgm:pt modelId="{844A7043-FB0A-AF40-AF9E-51BF5568B4AD}" type="pres">
      <dgm:prSet presAssocID="{ED4A61DD-CC63-AE48-A701-02F140EC31AC}" presName="sibTrans" presStyleCnt="0"/>
      <dgm:spPr/>
    </dgm:pt>
    <dgm:pt modelId="{4755370B-399E-E748-A076-FA8CB13957D7}" type="pres">
      <dgm:prSet presAssocID="{C54327ED-B9C6-314E-B780-AFAB7BD0E169}" presName="compositeNode" presStyleCnt="0">
        <dgm:presLayoutVars>
          <dgm:bulletEnabled val="1"/>
        </dgm:presLayoutVars>
      </dgm:prSet>
      <dgm:spPr/>
    </dgm:pt>
    <dgm:pt modelId="{D3D43ED7-61E0-534D-A9C1-0607EE086919}" type="pres">
      <dgm:prSet presAssocID="{C54327ED-B9C6-314E-B780-AFAB7BD0E169}" presName="bgRect" presStyleLbl="alignNode1" presStyleIdx="1" presStyleCnt="4"/>
      <dgm:spPr/>
    </dgm:pt>
    <dgm:pt modelId="{67850841-F298-2542-978E-F48FBF797538}" type="pres">
      <dgm:prSet presAssocID="{2BAE518F-65A1-1E4F-BD22-99D3FEB4C02A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AA217665-5980-A94A-9D75-8278864E40C4}" type="pres">
      <dgm:prSet presAssocID="{C54327ED-B9C6-314E-B780-AFAB7BD0E169}" presName="nodeRect" presStyleLbl="alignNode1" presStyleIdx="1" presStyleCnt="4">
        <dgm:presLayoutVars>
          <dgm:bulletEnabled val="1"/>
        </dgm:presLayoutVars>
      </dgm:prSet>
      <dgm:spPr/>
    </dgm:pt>
    <dgm:pt modelId="{05992247-1C1D-A747-B70B-3E4262BA91EB}" type="pres">
      <dgm:prSet presAssocID="{2BAE518F-65A1-1E4F-BD22-99D3FEB4C02A}" presName="sibTrans" presStyleCnt="0"/>
      <dgm:spPr/>
    </dgm:pt>
    <dgm:pt modelId="{F7C05364-5731-424E-9942-7077B874979A}" type="pres">
      <dgm:prSet presAssocID="{08060C74-4D60-074F-9778-9C0B64067131}" presName="compositeNode" presStyleCnt="0">
        <dgm:presLayoutVars>
          <dgm:bulletEnabled val="1"/>
        </dgm:presLayoutVars>
      </dgm:prSet>
      <dgm:spPr/>
    </dgm:pt>
    <dgm:pt modelId="{0AD416B9-F456-4C40-8979-A4D480D8353E}" type="pres">
      <dgm:prSet presAssocID="{08060C74-4D60-074F-9778-9C0B64067131}" presName="bgRect" presStyleLbl="alignNode1" presStyleIdx="2" presStyleCnt="4"/>
      <dgm:spPr/>
    </dgm:pt>
    <dgm:pt modelId="{2DC2A474-ADC1-FD4B-A01A-A6CC14731A87}" type="pres">
      <dgm:prSet presAssocID="{FC615992-4832-8C44-9860-FF31A78753EC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B9C3CFDE-B4EA-854C-B002-AEA6F6D6D6FC}" type="pres">
      <dgm:prSet presAssocID="{08060C74-4D60-074F-9778-9C0B64067131}" presName="nodeRect" presStyleLbl="alignNode1" presStyleIdx="2" presStyleCnt="4">
        <dgm:presLayoutVars>
          <dgm:bulletEnabled val="1"/>
        </dgm:presLayoutVars>
      </dgm:prSet>
      <dgm:spPr/>
    </dgm:pt>
    <dgm:pt modelId="{CCA0AD27-6A83-A44B-89BA-F13D13A60F0A}" type="pres">
      <dgm:prSet presAssocID="{FC615992-4832-8C44-9860-FF31A78753EC}" presName="sibTrans" presStyleCnt="0"/>
      <dgm:spPr/>
    </dgm:pt>
    <dgm:pt modelId="{B9F2C433-7E41-3649-8948-5B9FE7B40E76}" type="pres">
      <dgm:prSet presAssocID="{663DF25B-FD32-6A4F-AF42-8AFF3732BB22}" presName="compositeNode" presStyleCnt="0">
        <dgm:presLayoutVars>
          <dgm:bulletEnabled val="1"/>
        </dgm:presLayoutVars>
      </dgm:prSet>
      <dgm:spPr/>
    </dgm:pt>
    <dgm:pt modelId="{FF886FD4-8BD8-0541-B930-490DD5773A55}" type="pres">
      <dgm:prSet presAssocID="{663DF25B-FD32-6A4F-AF42-8AFF3732BB22}" presName="bgRect" presStyleLbl="alignNode1" presStyleIdx="3" presStyleCnt="4"/>
      <dgm:spPr/>
    </dgm:pt>
    <dgm:pt modelId="{9EB0C40E-B99C-1742-89AF-391E307CA1E5}" type="pres">
      <dgm:prSet presAssocID="{2D4CF8DE-627F-B948-A2C3-BE48584D8EDB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95D68FC7-71C7-5C49-BD06-767CB47D7E96}" type="pres">
      <dgm:prSet presAssocID="{663DF25B-FD32-6A4F-AF42-8AFF3732BB22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7565800B-FF86-9643-AE17-44DD07D99B6D}" type="presOf" srcId="{DA9F1AE8-7E74-A048-89F8-537281792DB9}" destId="{234115ED-6B25-C647-BFD5-A7AC904C9BB5}" srcOrd="0" destOrd="0" presId="urn:microsoft.com/office/officeart/2016/7/layout/LinearBlockProcessNumbered"/>
    <dgm:cxn modelId="{F0EC8E27-73F9-B646-941F-E4EF9937D31B}" srcId="{18B69FBA-793B-9A41-9B02-AAAE4BED3383}" destId="{C54327ED-B9C6-314E-B780-AFAB7BD0E169}" srcOrd="1" destOrd="0" parTransId="{A4D3FD15-2D02-C442-A428-8F5BC2EC4AD5}" sibTransId="{2BAE518F-65A1-1E4F-BD22-99D3FEB4C02A}"/>
    <dgm:cxn modelId="{FE61252A-F29B-1345-B6B5-DB47E08FF71E}" type="presOf" srcId="{DA9F1AE8-7E74-A048-89F8-537281792DB9}" destId="{287AD50E-5903-864A-ABEF-72E1CE9265A3}" srcOrd="1" destOrd="0" presId="urn:microsoft.com/office/officeart/2016/7/layout/LinearBlockProcessNumbered"/>
    <dgm:cxn modelId="{C86E862E-D01B-B747-B7AF-A2D9D0A169BD}" type="presOf" srcId="{663DF25B-FD32-6A4F-AF42-8AFF3732BB22}" destId="{FF886FD4-8BD8-0541-B930-490DD5773A55}" srcOrd="0" destOrd="0" presId="urn:microsoft.com/office/officeart/2016/7/layout/LinearBlockProcessNumbered"/>
    <dgm:cxn modelId="{FDDAD13B-7E62-1543-9A90-6E1D2BE840F6}" type="presOf" srcId="{2BAE518F-65A1-1E4F-BD22-99D3FEB4C02A}" destId="{67850841-F298-2542-978E-F48FBF797538}" srcOrd="0" destOrd="0" presId="urn:microsoft.com/office/officeart/2016/7/layout/LinearBlockProcessNumbered"/>
    <dgm:cxn modelId="{8FC0573F-564E-9746-A1CA-EF35E1F0500E}" srcId="{18B69FBA-793B-9A41-9B02-AAAE4BED3383}" destId="{DA9F1AE8-7E74-A048-89F8-537281792DB9}" srcOrd="0" destOrd="0" parTransId="{E43960EF-6C75-6F46-ACEA-B518E0ACE227}" sibTransId="{ED4A61DD-CC63-AE48-A701-02F140EC31AC}"/>
    <dgm:cxn modelId="{96B3F74D-0F28-8A42-B7DF-91369ECB567F}" type="presOf" srcId="{2D4CF8DE-627F-B948-A2C3-BE48584D8EDB}" destId="{9EB0C40E-B99C-1742-89AF-391E307CA1E5}" srcOrd="0" destOrd="0" presId="urn:microsoft.com/office/officeart/2016/7/layout/LinearBlockProcessNumbered"/>
    <dgm:cxn modelId="{7CDE7C5D-65C9-6549-BF19-3A316EA831D2}" type="presOf" srcId="{663DF25B-FD32-6A4F-AF42-8AFF3732BB22}" destId="{95D68FC7-71C7-5C49-BD06-767CB47D7E96}" srcOrd="1" destOrd="0" presId="urn:microsoft.com/office/officeart/2016/7/layout/LinearBlockProcessNumbered"/>
    <dgm:cxn modelId="{5307CE95-8DF7-D64B-BA9B-91C6115A1E38}" type="presOf" srcId="{08060C74-4D60-074F-9778-9C0B64067131}" destId="{0AD416B9-F456-4C40-8979-A4D480D8353E}" srcOrd="0" destOrd="0" presId="urn:microsoft.com/office/officeart/2016/7/layout/LinearBlockProcessNumbered"/>
    <dgm:cxn modelId="{49A1B39F-8678-A64A-9D42-7415EB0A93C4}" type="presOf" srcId="{18B69FBA-793B-9A41-9B02-AAAE4BED3383}" destId="{5B4ED54D-22B0-4E48-BADB-D4163FE740DC}" srcOrd="0" destOrd="0" presId="urn:microsoft.com/office/officeart/2016/7/layout/LinearBlockProcessNumbered"/>
    <dgm:cxn modelId="{AE4EDCA2-05C4-A941-8A01-401364BAA55A}" srcId="{18B69FBA-793B-9A41-9B02-AAAE4BED3383}" destId="{663DF25B-FD32-6A4F-AF42-8AFF3732BB22}" srcOrd="3" destOrd="0" parTransId="{B20CE2B2-DCC3-B24B-AD64-01B7108DBD44}" sibTransId="{2D4CF8DE-627F-B948-A2C3-BE48584D8EDB}"/>
    <dgm:cxn modelId="{59F9C7A8-1070-9444-9D38-203B1DE95800}" type="presOf" srcId="{08060C74-4D60-074F-9778-9C0B64067131}" destId="{B9C3CFDE-B4EA-854C-B002-AEA6F6D6D6FC}" srcOrd="1" destOrd="0" presId="urn:microsoft.com/office/officeart/2016/7/layout/LinearBlockProcessNumbered"/>
    <dgm:cxn modelId="{0F8515BF-7A91-BB40-8015-A8C163E44B8E}" type="presOf" srcId="{C54327ED-B9C6-314E-B780-AFAB7BD0E169}" destId="{D3D43ED7-61E0-534D-A9C1-0607EE086919}" srcOrd="0" destOrd="0" presId="urn:microsoft.com/office/officeart/2016/7/layout/LinearBlockProcessNumbered"/>
    <dgm:cxn modelId="{157E23C2-30B2-2643-A055-4D16B8039968}" srcId="{18B69FBA-793B-9A41-9B02-AAAE4BED3383}" destId="{08060C74-4D60-074F-9778-9C0B64067131}" srcOrd="2" destOrd="0" parTransId="{B046576E-8684-324A-9FAF-CA5451C7E1B1}" sibTransId="{FC615992-4832-8C44-9860-FF31A78753EC}"/>
    <dgm:cxn modelId="{206DF1D4-830C-7D40-9061-50EF2371ABBB}" type="presOf" srcId="{FC615992-4832-8C44-9860-FF31A78753EC}" destId="{2DC2A474-ADC1-FD4B-A01A-A6CC14731A87}" srcOrd="0" destOrd="0" presId="urn:microsoft.com/office/officeart/2016/7/layout/LinearBlockProcessNumbered"/>
    <dgm:cxn modelId="{D5A347E5-494F-DB48-9263-5B073A714FDB}" type="presOf" srcId="{C54327ED-B9C6-314E-B780-AFAB7BD0E169}" destId="{AA217665-5980-A94A-9D75-8278864E40C4}" srcOrd="1" destOrd="0" presId="urn:microsoft.com/office/officeart/2016/7/layout/LinearBlockProcessNumbered"/>
    <dgm:cxn modelId="{F63E59E8-723C-484B-9493-281409A95F2F}" type="presOf" srcId="{ED4A61DD-CC63-AE48-A701-02F140EC31AC}" destId="{EB5DE135-8BFF-384D-9641-D979BE7EEC56}" srcOrd="0" destOrd="0" presId="urn:microsoft.com/office/officeart/2016/7/layout/LinearBlockProcessNumbered"/>
    <dgm:cxn modelId="{1E8DD60F-5895-CA4D-B03F-8A40021BC144}" type="presParOf" srcId="{5B4ED54D-22B0-4E48-BADB-D4163FE740DC}" destId="{B180650A-56D2-0644-BB32-BAAFAD4CE1E8}" srcOrd="0" destOrd="0" presId="urn:microsoft.com/office/officeart/2016/7/layout/LinearBlockProcessNumbered"/>
    <dgm:cxn modelId="{4425C126-376F-8043-BC4B-A1F76E2B667A}" type="presParOf" srcId="{B180650A-56D2-0644-BB32-BAAFAD4CE1E8}" destId="{234115ED-6B25-C647-BFD5-A7AC904C9BB5}" srcOrd="0" destOrd="0" presId="urn:microsoft.com/office/officeart/2016/7/layout/LinearBlockProcessNumbered"/>
    <dgm:cxn modelId="{3A0C90C1-C1B7-214B-8CB6-4153F4424B85}" type="presParOf" srcId="{B180650A-56D2-0644-BB32-BAAFAD4CE1E8}" destId="{EB5DE135-8BFF-384D-9641-D979BE7EEC56}" srcOrd="1" destOrd="0" presId="urn:microsoft.com/office/officeart/2016/7/layout/LinearBlockProcessNumbered"/>
    <dgm:cxn modelId="{FE95C309-1BEB-924E-AE95-1E0A15EE020F}" type="presParOf" srcId="{B180650A-56D2-0644-BB32-BAAFAD4CE1E8}" destId="{287AD50E-5903-864A-ABEF-72E1CE9265A3}" srcOrd="2" destOrd="0" presId="urn:microsoft.com/office/officeart/2016/7/layout/LinearBlockProcessNumbered"/>
    <dgm:cxn modelId="{D08C0866-35CB-1349-A1DA-5A1C80638225}" type="presParOf" srcId="{5B4ED54D-22B0-4E48-BADB-D4163FE740DC}" destId="{844A7043-FB0A-AF40-AF9E-51BF5568B4AD}" srcOrd="1" destOrd="0" presId="urn:microsoft.com/office/officeart/2016/7/layout/LinearBlockProcessNumbered"/>
    <dgm:cxn modelId="{445D4CE8-9838-204B-8A4C-52B2E6F0EC79}" type="presParOf" srcId="{5B4ED54D-22B0-4E48-BADB-D4163FE740DC}" destId="{4755370B-399E-E748-A076-FA8CB13957D7}" srcOrd="2" destOrd="0" presId="urn:microsoft.com/office/officeart/2016/7/layout/LinearBlockProcessNumbered"/>
    <dgm:cxn modelId="{FC04F082-2A08-954B-B93A-FA195744C77E}" type="presParOf" srcId="{4755370B-399E-E748-A076-FA8CB13957D7}" destId="{D3D43ED7-61E0-534D-A9C1-0607EE086919}" srcOrd="0" destOrd="0" presId="urn:microsoft.com/office/officeart/2016/7/layout/LinearBlockProcessNumbered"/>
    <dgm:cxn modelId="{BB72195C-9706-724B-A419-75A5D505D014}" type="presParOf" srcId="{4755370B-399E-E748-A076-FA8CB13957D7}" destId="{67850841-F298-2542-978E-F48FBF797538}" srcOrd="1" destOrd="0" presId="urn:microsoft.com/office/officeart/2016/7/layout/LinearBlockProcessNumbered"/>
    <dgm:cxn modelId="{4A6E9339-F346-294F-B23F-C591D60C26CD}" type="presParOf" srcId="{4755370B-399E-E748-A076-FA8CB13957D7}" destId="{AA217665-5980-A94A-9D75-8278864E40C4}" srcOrd="2" destOrd="0" presId="urn:microsoft.com/office/officeart/2016/7/layout/LinearBlockProcessNumbered"/>
    <dgm:cxn modelId="{990F9DFC-AC27-A84B-BF03-B4C71B80D85F}" type="presParOf" srcId="{5B4ED54D-22B0-4E48-BADB-D4163FE740DC}" destId="{05992247-1C1D-A747-B70B-3E4262BA91EB}" srcOrd="3" destOrd="0" presId="urn:microsoft.com/office/officeart/2016/7/layout/LinearBlockProcessNumbered"/>
    <dgm:cxn modelId="{32AEEE17-A9AB-1444-A33A-275FBB9D66DB}" type="presParOf" srcId="{5B4ED54D-22B0-4E48-BADB-D4163FE740DC}" destId="{F7C05364-5731-424E-9942-7077B874979A}" srcOrd="4" destOrd="0" presId="urn:microsoft.com/office/officeart/2016/7/layout/LinearBlockProcessNumbered"/>
    <dgm:cxn modelId="{2E5AF3AC-FB09-AD4E-912A-ABD77322A341}" type="presParOf" srcId="{F7C05364-5731-424E-9942-7077B874979A}" destId="{0AD416B9-F456-4C40-8979-A4D480D8353E}" srcOrd="0" destOrd="0" presId="urn:microsoft.com/office/officeart/2016/7/layout/LinearBlockProcessNumbered"/>
    <dgm:cxn modelId="{B67DFA2C-72E1-D243-BA53-E8C3357E27F9}" type="presParOf" srcId="{F7C05364-5731-424E-9942-7077B874979A}" destId="{2DC2A474-ADC1-FD4B-A01A-A6CC14731A87}" srcOrd="1" destOrd="0" presId="urn:microsoft.com/office/officeart/2016/7/layout/LinearBlockProcessNumbered"/>
    <dgm:cxn modelId="{EF1A96E7-CBA5-3348-9193-8AB171599833}" type="presParOf" srcId="{F7C05364-5731-424E-9942-7077B874979A}" destId="{B9C3CFDE-B4EA-854C-B002-AEA6F6D6D6FC}" srcOrd="2" destOrd="0" presId="urn:microsoft.com/office/officeart/2016/7/layout/LinearBlockProcessNumbered"/>
    <dgm:cxn modelId="{8389FA9E-36F2-0445-9267-B4A6A301D291}" type="presParOf" srcId="{5B4ED54D-22B0-4E48-BADB-D4163FE740DC}" destId="{CCA0AD27-6A83-A44B-89BA-F13D13A60F0A}" srcOrd="5" destOrd="0" presId="urn:microsoft.com/office/officeart/2016/7/layout/LinearBlockProcessNumbered"/>
    <dgm:cxn modelId="{F7EC7EF7-BA07-E240-A716-2532B4ED0EC9}" type="presParOf" srcId="{5B4ED54D-22B0-4E48-BADB-D4163FE740DC}" destId="{B9F2C433-7E41-3649-8948-5B9FE7B40E76}" srcOrd="6" destOrd="0" presId="urn:microsoft.com/office/officeart/2016/7/layout/LinearBlockProcessNumbered"/>
    <dgm:cxn modelId="{B318D0E8-554C-5F45-A01E-62E46ABB2490}" type="presParOf" srcId="{B9F2C433-7E41-3649-8948-5B9FE7B40E76}" destId="{FF886FD4-8BD8-0541-B930-490DD5773A55}" srcOrd="0" destOrd="0" presId="urn:microsoft.com/office/officeart/2016/7/layout/LinearBlockProcessNumbered"/>
    <dgm:cxn modelId="{1631C331-EF0D-A24A-9AAB-176C316D7A1D}" type="presParOf" srcId="{B9F2C433-7E41-3649-8948-5B9FE7B40E76}" destId="{9EB0C40E-B99C-1742-89AF-391E307CA1E5}" srcOrd="1" destOrd="0" presId="urn:microsoft.com/office/officeart/2016/7/layout/LinearBlockProcessNumbered"/>
    <dgm:cxn modelId="{F7BD35CE-5F5F-514E-908E-BD6D3770CC63}" type="presParOf" srcId="{B9F2C433-7E41-3649-8948-5B9FE7B40E76}" destId="{95D68FC7-71C7-5C49-BD06-767CB47D7E9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B69FBA-793B-9A41-9B02-AAAE4BED3383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DA9F1AE8-7E74-A048-89F8-537281792DB9}">
      <dgm:prSet phldrT="[Texto]" custT="1"/>
      <dgm:spPr/>
      <dgm:t>
        <a:bodyPr/>
        <a:lstStyle/>
        <a:p>
          <a:pPr algn="ctr"/>
          <a:r>
            <a:rPr lang="es-ES" sz="1400" dirty="0"/>
            <a:t>Digitalización de cuadrantes, reduciendo la huella de carbono</a:t>
          </a:r>
        </a:p>
      </dgm:t>
    </dgm:pt>
    <dgm:pt modelId="{E43960EF-6C75-6F46-ACEA-B518E0ACE227}" type="parTrans" cxnId="{8FC0573F-564E-9746-A1CA-EF35E1F0500E}">
      <dgm:prSet/>
      <dgm:spPr/>
      <dgm:t>
        <a:bodyPr/>
        <a:lstStyle/>
        <a:p>
          <a:endParaRPr lang="es-ES"/>
        </a:p>
      </dgm:t>
    </dgm:pt>
    <dgm:pt modelId="{ED4A61DD-CC63-AE48-A701-02F140EC31AC}" type="sibTrans" cxnId="{8FC0573F-564E-9746-A1CA-EF35E1F0500E}">
      <dgm:prSet phldrT="01" phldr="0"/>
      <dgm:spPr/>
      <dgm:t>
        <a:bodyPr/>
        <a:lstStyle/>
        <a:p>
          <a:pPr algn="ctr"/>
          <a:r>
            <a:rPr lang="es-ES"/>
            <a:t>01</a:t>
          </a:r>
          <a:endParaRPr lang="es-ES" dirty="0"/>
        </a:p>
      </dgm:t>
    </dgm:pt>
    <dgm:pt modelId="{C54327ED-B9C6-314E-B780-AFAB7BD0E169}">
      <dgm:prSet phldrT="[Texto]" custT="1"/>
      <dgm:spPr/>
      <dgm:t>
        <a:bodyPr/>
        <a:lstStyle/>
        <a:p>
          <a:pPr algn="ctr"/>
          <a:r>
            <a:rPr lang="es-ES" sz="1400" dirty="0"/>
            <a:t>Se puede observar todos los profesionales que trabajan en un día determinado</a:t>
          </a:r>
        </a:p>
      </dgm:t>
    </dgm:pt>
    <dgm:pt modelId="{A4D3FD15-2D02-C442-A428-8F5BC2EC4AD5}" type="parTrans" cxnId="{F0EC8E27-73F9-B646-941F-E4EF9937D31B}">
      <dgm:prSet/>
      <dgm:spPr/>
      <dgm:t>
        <a:bodyPr/>
        <a:lstStyle/>
        <a:p>
          <a:endParaRPr lang="es-ES"/>
        </a:p>
      </dgm:t>
    </dgm:pt>
    <dgm:pt modelId="{2BAE518F-65A1-1E4F-BD22-99D3FEB4C02A}" type="sibTrans" cxnId="{F0EC8E27-73F9-B646-941F-E4EF9937D31B}">
      <dgm:prSet phldrT="02" phldr="0"/>
      <dgm:spPr/>
      <dgm:t>
        <a:bodyPr/>
        <a:lstStyle/>
        <a:p>
          <a:pPr algn="ctr"/>
          <a:r>
            <a:rPr lang="es-ES"/>
            <a:t>02</a:t>
          </a:r>
          <a:endParaRPr lang="es-ES" dirty="0"/>
        </a:p>
      </dgm:t>
    </dgm:pt>
    <dgm:pt modelId="{08060C74-4D60-074F-9778-9C0B64067131}">
      <dgm:prSet phldrT="[Texto]" custT="1"/>
      <dgm:spPr/>
      <dgm:t>
        <a:bodyPr/>
        <a:lstStyle/>
        <a:p>
          <a:pPr algn="ctr"/>
          <a:r>
            <a:rPr lang="es-ES" sz="1400" dirty="0"/>
            <a:t>Descansos legales establecidos automáticamente</a:t>
          </a:r>
        </a:p>
      </dgm:t>
    </dgm:pt>
    <dgm:pt modelId="{B046576E-8684-324A-9FAF-CA5451C7E1B1}" type="parTrans" cxnId="{157E23C2-30B2-2643-A055-4D16B8039968}">
      <dgm:prSet/>
      <dgm:spPr/>
      <dgm:t>
        <a:bodyPr/>
        <a:lstStyle/>
        <a:p>
          <a:endParaRPr lang="es-ES"/>
        </a:p>
      </dgm:t>
    </dgm:pt>
    <dgm:pt modelId="{FC615992-4832-8C44-9860-FF31A78753EC}" type="sibTrans" cxnId="{157E23C2-30B2-2643-A055-4D16B8039968}">
      <dgm:prSet phldrT="03" phldr="0"/>
      <dgm:spPr/>
      <dgm:t>
        <a:bodyPr/>
        <a:lstStyle/>
        <a:p>
          <a:pPr algn="ctr"/>
          <a:r>
            <a:rPr lang="es-ES"/>
            <a:t>03</a:t>
          </a:r>
          <a:endParaRPr lang="es-ES" dirty="0"/>
        </a:p>
      </dgm:t>
    </dgm:pt>
    <dgm:pt modelId="{663DF25B-FD32-6A4F-AF42-8AFF3732BB22}">
      <dgm:prSet phldrT="[Texto]" custT="1"/>
      <dgm:spPr/>
      <dgm:t>
        <a:bodyPr/>
        <a:lstStyle/>
        <a:p>
          <a:pPr algn="ctr"/>
          <a:r>
            <a:rPr lang="es-ES" sz="1400" dirty="0"/>
            <a:t>Permite la gestión de cambios de turno, respetando descansos</a:t>
          </a:r>
        </a:p>
      </dgm:t>
    </dgm:pt>
    <dgm:pt modelId="{B20CE2B2-DCC3-B24B-AD64-01B7108DBD44}" type="parTrans" cxnId="{AE4EDCA2-05C4-A941-8A01-401364BAA55A}">
      <dgm:prSet/>
      <dgm:spPr/>
      <dgm:t>
        <a:bodyPr/>
        <a:lstStyle/>
        <a:p>
          <a:endParaRPr lang="es-ES"/>
        </a:p>
      </dgm:t>
    </dgm:pt>
    <dgm:pt modelId="{2D4CF8DE-627F-B948-A2C3-BE48584D8EDB}" type="sibTrans" cxnId="{AE4EDCA2-05C4-A941-8A01-401364BAA55A}">
      <dgm:prSet phldrT="04" phldr="0"/>
      <dgm:spPr/>
      <dgm:t>
        <a:bodyPr/>
        <a:lstStyle/>
        <a:p>
          <a:pPr algn="ctr"/>
          <a:r>
            <a:rPr lang="es-ES"/>
            <a:t>04</a:t>
          </a:r>
          <a:endParaRPr lang="es-ES" dirty="0"/>
        </a:p>
      </dgm:t>
    </dgm:pt>
    <dgm:pt modelId="{5B4ED54D-22B0-4E48-BADB-D4163FE740DC}" type="pres">
      <dgm:prSet presAssocID="{18B69FBA-793B-9A41-9B02-AAAE4BED3383}" presName="Name0" presStyleCnt="0">
        <dgm:presLayoutVars>
          <dgm:animLvl val="lvl"/>
          <dgm:resizeHandles val="exact"/>
        </dgm:presLayoutVars>
      </dgm:prSet>
      <dgm:spPr/>
    </dgm:pt>
    <dgm:pt modelId="{B180650A-56D2-0644-BB32-BAAFAD4CE1E8}" type="pres">
      <dgm:prSet presAssocID="{DA9F1AE8-7E74-A048-89F8-537281792DB9}" presName="compositeNode" presStyleCnt="0">
        <dgm:presLayoutVars>
          <dgm:bulletEnabled val="1"/>
        </dgm:presLayoutVars>
      </dgm:prSet>
      <dgm:spPr/>
    </dgm:pt>
    <dgm:pt modelId="{234115ED-6B25-C647-BFD5-A7AC904C9BB5}" type="pres">
      <dgm:prSet presAssocID="{DA9F1AE8-7E74-A048-89F8-537281792DB9}" presName="bgRect" presStyleLbl="alignNode1" presStyleIdx="0" presStyleCnt="4"/>
      <dgm:spPr/>
    </dgm:pt>
    <dgm:pt modelId="{EB5DE135-8BFF-384D-9641-D979BE7EEC56}" type="pres">
      <dgm:prSet presAssocID="{ED4A61DD-CC63-AE48-A701-02F140EC31AC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287AD50E-5903-864A-ABEF-72E1CE9265A3}" type="pres">
      <dgm:prSet presAssocID="{DA9F1AE8-7E74-A048-89F8-537281792DB9}" presName="nodeRect" presStyleLbl="alignNode1" presStyleIdx="0" presStyleCnt="4">
        <dgm:presLayoutVars>
          <dgm:bulletEnabled val="1"/>
        </dgm:presLayoutVars>
      </dgm:prSet>
      <dgm:spPr/>
    </dgm:pt>
    <dgm:pt modelId="{844A7043-FB0A-AF40-AF9E-51BF5568B4AD}" type="pres">
      <dgm:prSet presAssocID="{ED4A61DD-CC63-AE48-A701-02F140EC31AC}" presName="sibTrans" presStyleCnt="0"/>
      <dgm:spPr/>
    </dgm:pt>
    <dgm:pt modelId="{4755370B-399E-E748-A076-FA8CB13957D7}" type="pres">
      <dgm:prSet presAssocID="{C54327ED-B9C6-314E-B780-AFAB7BD0E169}" presName="compositeNode" presStyleCnt="0">
        <dgm:presLayoutVars>
          <dgm:bulletEnabled val="1"/>
        </dgm:presLayoutVars>
      </dgm:prSet>
      <dgm:spPr/>
    </dgm:pt>
    <dgm:pt modelId="{D3D43ED7-61E0-534D-A9C1-0607EE086919}" type="pres">
      <dgm:prSet presAssocID="{C54327ED-B9C6-314E-B780-AFAB7BD0E169}" presName="bgRect" presStyleLbl="alignNode1" presStyleIdx="1" presStyleCnt="4"/>
      <dgm:spPr/>
    </dgm:pt>
    <dgm:pt modelId="{67850841-F298-2542-978E-F48FBF797538}" type="pres">
      <dgm:prSet presAssocID="{2BAE518F-65A1-1E4F-BD22-99D3FEB4C02A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AA217665-5980-A94A-9D75-8278864E40C4}" type="pres">
      <dgm:prSet presAssocID="{C54327ED-B9C6-314E-B780-AFAB7BD0E169}" presName="nodeRect" presStyleLbl="alignNode1" presStyleIdx="1" presStyleCnt="4">
        <dgm:presLayoutVars>
          <dgm:bulletEnabled val="1"/>
        </dgm:presLayoutVars>
      </dgm:prSet>
      <dgm:spPr/>
    </dgm:pt>
    <dgm:pt modelId="{05992247-1C1D-A747-B70B-3E4262BA91EB}" type="pres">
      <dgm:prSet presAssocID="{2BAE518F-65A1-1E4F-BD22-99D3FEB4C02A}" presName="sibTrans" presStyleCnt="0"/>
      <dgm:spPr/>
    </dgm:pt>
    <dgm:pt modelId="{F7C05364-5731-424E-9942-7077B874979A}" type="pres">
      <dgm:prSet presAssocID="{08060C74-4D60-074F-9778-9C0B64067131}" presName="compositeNode" presStyleCnt="0">
        <dgm:presLayoutVars>
          <dgm:bulletEnabled val="1"/>
        </dgm:presLayoutVars>
      </dgm:prSet>
      <dgm:spPr/>
    </dgm:pt>
    <dgm:pt modelId="{0AD416B9-F456-4C40-8979-A4D480D8353E}" type="pres">
      <dgm:prSet presAssocID="{08060C74-4D60-074F-9778-9C0B64067131}" presName="bgRect" presStyleLbl="alignNode1" presStyleIdx="2" presStyleCnt="4"/>
      <dgm:spPr/>
    </dgm:pt>
    <dgm:pt modelId="{2DC2A474-ADC1-FD4B-A01A-A6CC14731A87}" type="pres">
      <dgm:prSet presAssocID="{FC615992-4832-8C44-9860-FF31A78753EC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B9C3CFDE-B4EA-854C-B002-AEA6F6D6D6FC}" type="pres">
      <dgm:prSet presAssocID="{08060C74-4D60-074F-9778-9C0B64067131}" presName="nodeRect" presStyleLbl="alignNode1" presStyleIdx="2" presStyleCnt="4">
        <dgm:presLayoutVars>
          <dgm:bulletEnabled val="1"/>
        </dgm:presLayoutVars>
      </dgm:prSet>
      <dgm:spPr/>
    </dgm:pt>
    <dgm:pt modelId="{CCA0AD27-6A83-A44B-89BA-F13D13A60F0A}" type="pres">
      <dgm:prSet presAssocID="{FC615992-4832-8C44-9860-FF31A78753EC}" presName="sibTrans" presStyleCnt="0"/>
      <dgm:spPr/>
    </dgm:pt>
    <dgm:pt modelId="{B9F2C433-7E41-3649-8948-5B9FE7B40E76}" type="pres">
      <dgm:prSet presAssocID="{663DF25B-FD32-6A4F-AF42-8AFF3732BB22}" presName="compositeNode" presStyleCnt="0">
        <dgm:presLayoutVars>
          <dgm:bulletEnabled val="1"/>
        </dgm:presLayoutVars>
      </dgm:prSet>
      <dgm:spPr/>
    </dgm:pt>
    <dgm:pt modelId="{FF886FD4-8BD8-0541-B930-490DD5773A55}" type="pres">
      <dgm:prSet presAssocID="{663DF25B-FD32-6A4F-AF42-8AFF3732BB22}" presName="bgRect" presStyleLbl="alignNode1" presStyleIdx="3" presStyleCnt="4"/>
      <dgm:spPr/>
    </dgm:pt>
    <dgm:pt modelId="{9EB0C40E-B99C-1742-89AF-391E307CA1E5}" type="pres">
      <dgm:prSet presAssocID="{2D4CF8DE-627F-B948-A2C3-BE48584D8EDB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95D68FC7-71C7-5C49-BD06-767CB47D7E96}" type="pres">
      <dgm:prSet presAssocID="{663DF25B-FD32-6A4F-AF42-8AFF3732BB22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7565800B-FF86-9643-AE17-44DD07D99B6D}" type="presOf" srcId="{DA9F1AE8-7E74-A048-89F8-537281792DB9}" destId="{234115ED-6B25-C647-BFD5-A7AC904C9BB5}" srcOrd="0" destOrd="0" presId="urn:microsoft.com/office/officeart/2016/7/layout/LinearBlockProcessNumbered"/>
    <dgm:cxn modelId="{F0EC8E27-73F9-B646-941F-E4EF9937D31B}" srcId="{18B69FBA-793B-9A41-9B02-AAAE4BED3383}" destId="{C54327ED-B9C6-314E-B780-AFAB7BD0E169}" srcOrd="1" destOrd="0" parTransId="{A4D3FD15-2D02-C442-A428-8F5BC2EC4AD5}" sibTransId="{2BAE518F-65A1-1E4F-BD22-99D3FEB4C02A}"/>
    <dgm:cxn modelId="{FE61252A-F29B-1345-B6B5-DB47E08FF71E}" type="presOf" srcId="{DA9F1AE8-7E74-A048-89F8-537281792DB9}" destId="{287AD50E-5903-864A-ABEF-72E1CE9265A3}" srcOrd="1" destOrd="0" presId="urn:microsoft.com/office/officeart/2016/7/layout/LinearBlockProcessNumbered"/>
    <dgm:cxn modelId="{C86E862E-D01B-B747-B7AF-A2D9D0A169BD}" type="presOf" srcId="{663DF25B-FD32-6A4F-AF42-8AFF3732BB22}" destId="{FF886FD4-8BD8-0541-B930-490DD5773A55}" srcOrd="0" destOrd="0" presId="urn:microsoft.com/office/officeart/2016/7/layout/LinearBlockProcessNumbered"/>
    <dgm:cxn modelId="{FDDAD13B-7E62-1543-9A90-6E1D2BE840F6}" type="presOf" srcId="{2BAE518F-65A1-1E4F-BD22-99D3FEB4C02A}" destId="{67850841-F298-2542-978E-F48FBF797538}" srcOrd="0" destOrd="0" presId="urn:microsoft.com/office/officeart/2016/7/layout/LinearBlockProcessNumbered"/>
    <dgm:cxn modelId="{8FC0573F-564E-9746-A1CA-EF35E1F0500E}" srcId="{18B69FBA-793B-9A41-9B02-AAAE4BED3383}" destId="{DA9F1AE8-7E74-A048-89F8-537281792DB9}" srcOrd="0" destOrd="0" parTransId="{E43960EF-6C75-6F46-ACEA-B518E0ACE227}" sibTransId="{ED4A61DD-CC63-AE48-A701-02F140EC31AC}"/>
    <dgm:cxn modelId="{96B3F74D-0F28-8A42-B7DF-91369ECB567F}" type="presOf" srcId="{2D4CF8DE-627F-B948-A2C3-BE48584D8EDB}" destId="{9EB0C40E-B99C-1742-89AF-391E307CA1E5}" srcOrd="0" destOrd="0" presId="urn:microsoft.com/office/officeart/2016/7/layout/LinearBlockProcessNumbered"/>
    <dgm:cxn modelId="{7CDE7C5D-65C9-6549-BF19-3A316EA831D2}" type="presOf" srcId="{663DF25B-FD32-6A4F-AF42-8AFF3732BB22}" destId="{95D68FC7-71C7-5C49-BD06-767CB47D7E96}" srcOrd="1" destOrd="0" presId="urn:microsoft.com/office/officeart/2016/7/layout/LinearBlockProcessNumbered"/>
    <dgm:cxn modelId="{5307CE95-8DF7-D64B-BA9B-91C6115A1E38}" type="presOf" srcId="{08060C74-4D60-074F-9778-9C0B64067131}" destId="{0AD416B9-F456-4C40-8979-A4D480D8353E}" srcOrd="0" destOrd="0" presId="urn:microsoft.com/office/officeart/2016/7/layout/LinearBlockProcessNumbered"/>
    <dgm:cxn modelId="{49A1B39F-8678-A64A-9D42-7415EB0A93C4}" type="presOf" srcId="{18B69FBA-793B-9A41-9B02-AAAE4BED3383}" destId="{5B4ED54D-22B0-4E48-BADB-D4163FE740DC}" srcOrd="0" destOrd="0" presId="urn:microsoft.com/office/officeart/2016/7/layout/LinearBlockProcessNumbered"/>
    <dgm:cxn modelId="{AE4EDCA2-05C4-A941-8A01-401364BAA55A}" srcId="{18B69FBA-793B-9A41-9B02-AAAE4BED3383}" destId="{663DF25B-FD32-6A4F-AF42-8AFF3732BB22}" srcOrd="3" destOrd="0" parTransId="{B20CE2B2-DCC3-B24B-AD64-01B7108DBD44}" sibTransId="{2D4CF8DE-627F-B948-A2C3-BE48584D8EDB}"/>
    <dgm:cxn modelId="{59F9C7A8-1070-9444-9D38-203B1DE95800}" type="presOf" srcId="{08060C74-4D60-074F-9778-9C0B64067131}" destId="{B9C3CFDE-B4EA-854C-B002-AEA6F6D6D6FC}" srcOrd="1" destOrd="0" presId="urn:microsoft.com/office/officeart/2016/7/layout/LinearBlockProcessNumbered"/>
    <dgm:cxn modelId="{0F8515BF-7A91-BB40-8015-A8C163E44B8E}" type="presOf" srcId="{C54327ED-B9C6-314E-B780-AFAB7BD0E169}" destId="{D3D43ED7-61E0-534D-A9C1-0607EE086919}" srcOrd="0" destOrd="0" presId="urn:microsoft.com/office/officeart/2016/7/layout/LinearBlockProcessNumbered"/>
    <dgm:cxn modelId="{157E23C2-30B2-2643-A055-4D16B8039968}" srcId="{18B69FBA-793B-9A41-9B02-AAAE4BED3383}" destId="{08060C74-4D60-074F-9778-9C0B64067131}" srcOrd="2" destOrd="0" parTransId="{B046576E-8684-324A-9FAF-CA5451C7E1B1}" sibTransId="{FC615992-4832-8C44-9860-FF31A78753EC}"/>
    <dgm:cxn modelId="{206DF1D4-830C-7D40-9061-50EF2371ABBB}" type="presOf" srcId="{FC615992-4832-8C44-9860-FF31A78753EC}" destId="{2DC2A474-ADC1-FD4B-A01A-A6CC14731A87}" srcOrd="0" destOrd="0" presId="urn:microsoft.com/office/officeart/2016/7/layout/LinearBlockProcessNumbered"/>
    <dgm:cxn modelId="{D5A347E5-494F-DB48-9263-5B073A714FDB}" type="presOf" srcId="{C54327ED-B9C6-314E-B780-AFAB7BD0E169}" destId="{AA217665-5980-A94A-9D75-8278864E40C4}" srcOrd="1" destOrd="0" presId="urn:microsoft.com/office/officeart/2016/7/layout/LinearBlockProcessNumbered"/>
    <dgm:cxn modelId="{F63E59E8-723C-484B-9493-281409A95F2F}" type="presOf" srcId="{ED4A61DD-CC63-AE48-A701-02F140EC31AC}" destId="{EB5DE135-8BFF-384D-9641-D979BE7EEC56}" srcOrd="0" destOrd="0" presId="urn:microsoft.com/office/officeart/2016/7/layout/LinearBlockProcessNumbered"/>
    <dgm:cxn modelId="{1E8DD60F-5895-CA4D-B03F-8A40021BC144}" type="presParOf" srcId="{5B4ED54D-22B0-4E48-BADB-D4163FE740DC}" destId="{B180650A-56D2-0644-BB32-BAAFAD4CE1E8}" srcOrd="0" destOrd="0" presId="urn:microsoft.com/office/officeart/2016/7/layout/LinearBlockProcessNumbered"/>
    <dgm:cxn modelId="{4425C126-376F-8043-BC4B-A1F76E2B667A}" type="presParOf" srcId="{B180650A-56D2-0644-BB32-BAAFAD4CE1E8}" destId="{234115ED-6B25-C647-BFD5-A7AC904C9BB5}" srcOrd="0" destOrd="0" presId="urn:microsoft.com/office/officeart/2016/7/layout/LinearBlockProcessNumbered"/>
    <dgm:cxn modelId="{3A0C90C1-C1B7-214B-8CB6-4153F4424B85}" type="presParOf" srcId="{B180650A-56D2-0644-BB32-BAAFAD4CE1E8}" destId="{EB5DE135-8BFF-384D-9641-D979BE7EEC56}" srcOrd="1" destOrd="0" presId="urn:microsoft.com/office/officeart/2016/7/layout/LinearBlockProcessNumbered"/>
    <dgm:cxn modelId="{FE95C309-1BEB-924E-AE95-1E0A15EE020F}" type="presParOf" srcId="{B180650A-56D2-0644-BB32-BAAFAD4CE1E8}" destId="{287AD50E-5903-864A-ABEF-72E1CE9265A3}" srcOrd="2" destOrd="0" presId="urn:microsoft.com/office/officeart/2016/7/layout/LinearBlockProcessNumbered"/>
    <dgm:cxn modelId="{D08C0866-35CB-1349-A1DA-5A1C80638225}" type="presParOf" srcId="{5B4ED54D-22B0-4E48-BADB-D4163FE740DC}" destId="{844A7043-FB0A-AF40-AF9E-51BF5568B4AD}" srcOrd="1" destOrd="0" presId="urn:microsoft.com/office/officeart/2016/7/layout/LinearBlockProcessNumbered"/>
    <dgm:cxn modelId="{445D4CE8-9838-204B-8A4C-52B2E6F0EC79}" type="presParOf" srcId="{5B4ED54D-22B0-4E48-BADB-D4163FE740DC}" destId="{4755370B-399E-E748-A076-FA8CB13957D7}" srcOrd="2" destOrd="0" presId="urn:microsoft.com/office/officeart/2016/7/layout/LinearBlockProcessNumbered"/>
    <dgm:cxn modelId="{FC04F082-2A08-954B-B93A-FA195744C77E}" type="presParOf" srcId="{4755370B-399E-E748-A076-FA8CB13957D7}" destId="{D3D43ED7-61E0-534D-A9C1-0607EE086919}" srcOrd="0" destOrd="0" presId="urn:microsoft.com/office/officeart/2016/7/layout/LinearBlockProcessNumbered"/>
    <dgm:cxn modelId="{BB72195C-9706-724B-A419-75A5D505D014}" type="presParOf" srcId="{4755370B-399E-E748-A076-FA8CB13957D7}" destId="{67850841-F298-2542-978E-F48FBF797538}" srcOrd="1" destOrd="0" presId="urn:microsoft.com/office/officeart/2016/7/layout/LinearBlockProcessNumbered"/>
    <dgm:cxn modelId="{4A6E9339-F346-294F-B23F-C591D60C26CD}" type="presParOf" srcId="{4755370B-399E-E748-A076-FA8CB13957D7}" destId="{AA217665-5980-A94A-9D75-8278864E40C4}" srcOrd="2" destOrd="0" presId="urn:microsoft.com/office/officeart/2016/7/layout/LinearBlockProcessNumbered"/>
    <dgm:cxn modelId="{990F9DFC-AC27-A84B-BF03-B4C71B80D85F}" type="presParOf" srcId="{5B4ED54D-22B0-4E48-BADB-D4163FE740DC}" destId="{05992247-1C1D-A747-B70B-3E4262BA91EB}" srcOrd="3" destOrd="0" presId="urn:microsoft.com/office/officeart/2016/7/layout/LinearBlockProcessNumbered"/>
    <dgm:cxn modelId="{32AEEE17-A9AB-1444-A33A-275FBB9D66DB}" type="presParOf" srcId="{5B4ED54D-22B0-4E48-BADB-D4163FE740DC}" destId="{F7C05364-5731-424E-9942-7077B874979A}" srcOrd="4" destOrd="0" presId="urn:microsoft.com/office/officeart/2016/7/layout/LinearBlockProcessNumbered"/>
    <dgm:cxn modelId="{2E5AF3AC-FB09-AD4E-912A-ABD77322A341}" type="presParOf" srcId="{F7C05364-5731-424E-9942-7077B874979A}" destId="{0AD416B9-F456-4C40-8979-A4D480D8353E}" srcOrd="0" destOrd="0" presId="urn:microsoft.com/office/officeart/2016/7/layout/LinearBlockProcessNumbered"/>
    <dgm:cxn modelId="{B67DFA2C-72E1-D243-BA53-E8C3357E27F9}" type="presParOf" srcId="{F7C05364-5731-424E-9942-7077B874979A}" destId="{2DC2A474-ADC1-FD4B-A01A-A6CC14731A87}" srcOrd="1" destOrd="0" presId="urn:microsoft.com/office/officeart/2016/7/layout/LinearBlockProcessNumbered"/>
    <dgm:cxn modelId="{EF1A96E7-CBA5-3348-9193-8AB171599833}" type="presParOf" srcId="{F7C05364-5731-424E-9942-7077B874979A}" destId="{B9C3CFDE-B4EA-854C-B002-AEA6F6D6D6FC}" srcOrd="2" destOrd="0" presId="urn:microsoft.com/office/officeart/2016/7/layout/LinearBlockProcessNumbered"/>
    <dgm:cxn modelId="{8389FA9E-36F2-0445-9267-B4A6A301D291}" type="presParOf" srcId="{5B4ED54D-22B0-4E48-BADB-D4163FE740DC}" destId="{CCA0AD27-6A83-A44B-89BA-F13D13A60F0A}" srcOrd="5" destOrd="0" presId="urn:microsoft.com/office/officeart/2016/7/layout/LinearBlockProcessNumbered"/>
    <dgm:cxn modelId="{F7EC7EF7-BA07-E240-A716-2532B4ED0EC9}" type="presParOf" srcId="{5B4ED54D-22B0-4E48-BADB-D4163FE740DC}" destId="{B9F2C433-7E41-3649-8948-5B9FE7B40E76}" srcOrd="6" destOrd="0" presId="urn:microsoft.com/office/officeart/2016/7/layout/LinearBlockProcessNumbered"/>
    <dgm:cxn modelId="{B318D0E8-554C-5F45-A01E-62E46ABB2490}" type="presParOf" srcId="{B9F2C433-7E41-3649-8948-5B9FE7B40E76}" destId="{FF886FD4-8BD8-0541-B930-490DD5773A55}" srcOrd="0" destOrd="0" presId="urn:microsoft.com/office/officeart/2016/7/layout/LinearBlockProcessNumbered"/>
    <dgm:cxn modelId="{1631C331-EF0D-A24A-9AAB-176C316D7A1D}" type="presParOf" srcId="{B9F2C433-7E41-3649-8948-5B9FE7B40E76}" destId="{9EB0C40E-B99C-1742-89AF-391E307CA1E5}" srcOrd="1" destOrd="0" presId="urn:microsoft.com/office/officeart/2016/7/layout/LinearBlockProcessNumbered"/>
    <dgm:cxn modelId="{F7BD35CE-5F5F-514E-908E-BD6D3770CC63}" type="presParOf" srcId="{B9F2C433-7E41-3649-8948-5B9FE7B40E76}" destId="{95D68FC7-71C7-5C49-BD06-767CB47D7E9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38B8ED-912B-4245-A0CD-02C27CF7F0E0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492B86D0-0AAA-774A-BF53-A8C3081B6C81}">
      <dgm:prSet phldrT="[Texto]"/>
      <dgm:spPr/>
      <dgm:t>
        <a:bodyPr/>
        <a:lstStyle/>
        <a:p>
          <a:r>
            <a:rPr lang="es-ES" dirty="0" err="1"/>
            <a:t>Backend</a:t>
          </a:r>
          <a:endParaRPr lang="es-ES" dirty="0"/>
        </a:p>
      </dgm:t>
    </dgm:pt>
    <dgm:pt modelId="{B1305D1C-FB6A-3241-BF7E-696A2488F433}" type="parTrans" cxnId="{714B7E5A-E968-5540-A430-B673EFAD76B1}">
      <dgm:prSet/>
      <dgm:spPr/>
      <dgm:t>
        <a:bodyPr/>
        <a:lstStyle/>
        <a:p>
          <a:endParaRPr lang="es-ES"/>
        </a:p>
      </dgm:t>
    </dgm:pt>
    <dgm:pt modelId="{8CEEF59A-56D0-FC49-BABA-C06FAF5EBF43}" type="sibTrans" cxnId="{714B7E5A-E968-5540-A430-B673EFAD76B1}">
      <dgm:prSet/>
      <dgm:spPr/>
      <dgm:t>
        <a:bodyPr/>
        <a:lstStyle/>
        <a:p>
          <a:endParaRPr lang="es-ES"/>
        </a:p>
      </dgm:t>
    </dgm:pt>
    <dgm:pt modelId="{8F9B592D-E5DC-6744-B196-0367CF5D36D9}">
      <dgm:prSet phldrT="[Texto]"/>
      <dgm:spPr/>
      <dgm:t>
        <a:bodyPr/>
        <a:lstStyle/>
        <a:p>
          <a:r>
            <a:rPr lang="es-ES" dirty="0" err="1"/>
            <a:t>Frontend</a:t>
          </a:r>
          <a:endParaRPr lang="es-ES" dirty="0"/>
        </a:p>
      </dgm:t>
    </dgm:pt>
    <dgm:pt modelId="{E86BB1FB-5E19-834A-8123-B0C0B34995D1}" type="parTrans" cxnId="{6167C392-BBF7-5242-BD29-3AC7D6C5CB58}">
      <dgm:prSet/>
      <dgm:spPr/>
      <dgm:t>
        <a:bodyPr/>
        <a:lstStyle/>
        <a:p>
          <a:endParaRPr lang="es-ES"/>
        </a:p>
      </dgm:t>
    </dgm:pt>
    <dgm:pt modelId="{1030AB7C-6D6A-B441-8B10-993FCAA01276}" type="sibTrans" cxnId="{6167C392-BBF7-5242-BD29-3AC7D6C5CB58}">
      <dgm:prSet/>
      <dgm:spPr/>
      <dgm:t>
        <a:bodyPr/>
        <a:lstStyle/>
        <a:p>
          <a:endParaRPr lang="es-ES"/>
        </a:p>
      </dgm:t>
    </dgm:pt>
    <dgm:pt modelId="{4A6BCD57-2749-2B42-9523-527605334616}">
      <dgm:prSet phldrT="[Texto]"/>
      <dgm:spPr/>
      <dgm:t>
        <a:bodyPr/>
        <a:lstStyle/>
        <a:p>
          <a:r>
            <a:rPr lang="es-ES" dirty="0"/>
            <a:t>Despliegue</a:t>
          </a:r>
        </a:p>
      </dgm:t>
    </dgm:pt>
    <dgm:pt modelId="{FA15DEB9-9FE2-E042-95C7-BC393B070C19}" type="parTrans" cxnId="{1B4E7572-7B15-0043-A8B1-F41C8268D367}">
      <dgm:prSet/>
      <dgm:spPr/>
      <dgm:t>
        <a:bodyPr/>
        <a:lstStyle/>
        <a:p>
          <a:endParaRPr lang="es-ES"/>
        </a:p>
      </dgm:t>
    </dgm:pt>
    <dgm:pt modelId="{F805B8A1-1450-7B46-8B03-0B4E5DAEDE90}" type="sibTrans" cxnId="{1B4E7572-7B15-0043-A8B1-F41C8268D367}">
      <dgm:prSet/>
      <dgm:spPr/>
      <dgm:t>
        <a:bodyPr/>
        <a:lstStyle/>
        <a:p>
          <a:endParaRPr lang="es-ES"/>
        </a:p>
      </dgm:t>
    </dgm:pt>
    <dgm:pt modelId="{D5976E2D-7CC3-7444-AD12-78E00183EE15}">
      <dgm:prSet phldrT="[Texto]"/>
      <dgm:spPr/>
      <dgm:t>
        <a:bodyPr/>
        <a:lstStyle/>
        <a:p>
          <a:r>
            <a:rPr lang="es-ES" dirty="0"/>
            <a:t>Python (Flask)</a:t>
          </a:r>
        </a:p>
      </dgm:t>
    </dgm:pt>
    <dgm:pt modelId="{4C2B0B81-D8E9-7E4F-A9ED-AF530FC0E45F}" type="parTrans" cxnId="{14836A4D-069A-8943-889A-A277E3B253B8}">
      <dgm:prSet/>
      <dgm:spPr/>
      <dgm:t>
        <a:bodyPr/>
        <a:lstStyle/>
        <a:p>
          <a:endParaRPr lang="es-ES"/>
        </a:p>
      </dgm:t>
    </dgm:pt>
    <dgm:pt modelId="{5C8763A2-4A39-5948-BA9F-3F3F8CFBA75A}" type="sibTrans" cxnId="{14836A4D-069A-8943-889A-A277E3B253B8}">
      <dgm:prSet/>
      <dgm:spPr/>
      <dgm:t>
        <a:bodyPr/>
        <a:lstStyle/>
        <a:p>
          <a:endParaRPr lang="es-ES"/>
        </a:p>
      </dgm:t>
    </dgm:pt>
    <dgm:pt modelId="{3450025F-EF92-7C4D-891D-BB212B37F17C}">
      <dgm:prSet phldrT="[Texto]"/>
      <dgm:spPr/>
      <dgm:t>
        <a:bodyPr/>
        <a:lstStyle/>
        <a:p>
          <a:r>
            <a:rPr lang="es-ES" dirty="0"/>
            <a:t>MongoDB (basada en documentos)</a:t>
          </a:r>
        </a:p>
      </dgm:t>
    </dgm:pt>
    <dgm:pt modelId="{D6EB1B8D-A008-FB4F-B615-BF6EA6AA2238}" type="parTrans" cxnId="{16150FBA-7466-5245-A7AE-02A66ECD220F}">
      <dgm:prSet/>
      <dgm:spPr/>
      <dgm:t>
        <a:bodyPr/>
        <a:lstStyle/>
        <a:p>
          <a:endParaRPr lang="es-ES"/>
        </a:p>
      </dgm:t>
    </dgm:pt>
    <dgm:pt modelId="{43C8C2B0-C398-AB4C-8AD6-F1318B06AA35}" type="sibTrans" cxnId="{16150FBA-7466-5245-A7AE-02A66ECD220F}">
      <dgm:prSet/>
      <dgm:spPr/>
      <dgm:t>
        <a:bodyPr/>
        <a:lstStyle/>
        <a:p>
          <a:endParaRPr lang="es-ES"/>
        </a:p>
      </dgm:t>
    </dgm:pt>
    <dgm:pt modelId="{0AFE86E8-E421-8B49-B3D0-E898B727F169}">
      <dgm:prSet phldrT="[Texto]"/>
      <dgm:spPr/>
      <dgm:t>
        <a:bodyPr/>
        <a:lstStyle/>
        <a:p>
          <a:r>
            <a:rPr lang="es-ES" dirty="0"/>
            <a:t>BBDD</a:t>
          </a:r>
        </a:p>
      </dgm:t>
    </dgm:pt>
    <dgm:pt modelId="{9721673E-26FC-A247-AEC1-0E8DCC9B5926}" type="parTrans" cxnId="{5BB02F42-BBB0-B842-97F1-ED1D2FDED65B}">
      <dgm:prSet/>
      <dgm:spPr/>
      <dgm:t>
        <a:bodyPr/>
        <a:lstStyle/>
        <a:p>
          <a:endParaRPr lang="es-ES"/>
        </a:p>
      </dgm:t>
    </dgm:pt>
    <dgm:pt modelId="{6A8E174C-F5D1-704B-990D-EC4663001271}" type="sibTrans" cxnId="{5BB02F42-BBB0-B842-97F1-ED1D2FDED65B}">
      <dgm:prSet/>
      <dgm:spPr/>
      <dgm:t>
        <a:bodyPr/>
        <a:lstStyle/>
        <a:p>
          <a:endParaRPr lang="es-ES"/>
        </a:p>
      </dgm:t>
    </dgm:pt>
    <dgm:pt modelId="{F9F13BAB-3710-7046-A38F-9B085A8AD7DB}">
      <dgm:prSet phldrT="[Texto]"/>
      <dgm:spPr/>
      <dgm:t>
        <a:bodyPr/>
        <a:lstStyle/>
        <a:p>
          <a:r>
            <a:rPr lang="es-ES" dirty="0"/>
            <a:t>HTML5 y CSS3 (estética efecto de cristal)</a:t>
          </a:r>
        </a:p>
      </dgm:t>
    </dgm:pt>
    <dgm:pt modelId="{494184A1-62FD-314B-8D0F-8748EF922104}" type="parTrans" cxnId="{36089E30-3150-9247-A6BA-A41E6EF1CA4B}">
      <dgm:prSet/>
      <dgm:spPr/>
      <dgm:t>
        <a:bodyPr/>
        <a:lstStyle/>
        <a:p>
          <a:endParaRPr lang="es-ES"/>
        </a:p>
      </dgm:t>
    </dgm:pt>
    <dgm:pt modelId="{EE7F094A-7485-4D44-A99F-B98002CEA67F}" type="sibTrans" cxnId="{36089E30-3150-9247-A6BA-A41E6EF1CA4B}">
      <dgm:prSet/>
      <dgm:spPr/>
      <dgm:t>
        <a:bodyPr/>
        <a:lstStyle/>
        <a:p>
          <a:endParaRPr lang="es-ES"/>
        </a:p>
      </dgm:t>
    </dgm:pt>
    <dgm:pt modelId="{E95EA99F-B65B-EE43-AD6E-7AE068DAF0A4}">
      <dgm:prSet phldrT="[Texto]"/>
      <dgm:spPr/>
      <dgm:t>
        <a:bodyPr/>
        <a:lstStyle/>
        <a:p>
          <a:r>
            <a:rPr lang="es-ES" dirty="0" err="1"/>
            <a:t>Gunicorn</a:t>
          </a:r>
          <a:r>
            <a:rPr lang="es-ES" dirty="0"/>
            <a:t> (WSGI para ejecutar app Flask)</a:t>
          </a:r>
        </a:p>
      </dgm:t>
    </dgm:pt>
    <dgm:pt modelId="{19C59C84-7A2C-4B44-AF7B-95E4CABDD1CA}" type="parTrans" cxnId="{5299B237-B5DE-EF42-BB96-E55EBD8B7405}">
      <dgm:prSet/>
      <dgm:spPr/>
      <dgm:t>
        <a:bodyPr/>
        <a:lstStyle/>
        <a:p>
          <a:endParaRPr lang="es-ES"/>
        </a:p>
      </dgm:t>
    </dgm:pt>
    <dgm:pt modelId="{9C06034C-CF63-4D44-BFC8-5BB0B01AB686}" type="sibTrans" cxnId="{5299B237-B5DE-EF42-BB96-E55EBD8B7405}">
      <dgm:prSet/>
      <dgm:spPr/>
      <dgm:t>
        <a:bodyPr/>
        <a:lstStyle/>
        <a:p>
          <a:endParaRPr lang="es-ES"/>
        </a:p>
      </dgm:t>
    </dgm:pt>
    <dgm:pt modelId="{EDB68C82-7E45-2646-B084-92D56BA526AA}">
      <dgm:prSet phldrT="[Texto]"/>
      <dgm:spPr/>
      <dgm:t>
        <a:bodyPr/>
        <a:lstStyle/>
        <a:p>
          <a:r>
            <a:rPr lang="es-ES" dirty="0" err="1"/>
            <a:t>MongoEngine</a:t>
          </a:r>
          <a:r>
            <a:rPr lang="es-ES" dirty="0"/>
            <a:t> (ORM para usar la BBDD de forma orientada a objetos)</a:t>
          </a:r>
        </a:p>
      </dgm:t>
    </dgm:pt>
    <dgm:pt modelId="{97B33921-0401-A949-AFF8-52021EE2B179}" type="parTrans" cxnId="{86EAA98E-00C7-5048-8C9A-A1EA8C1D9159}">
      <dgm:prSet/>
      <dgm:spPr/>
      <dgm:t>
        <a:bodyPr/>
        <a:lstStyle/>
        <a:p>
          <a:endParaRPr lang="es-ES"/>
        </a:p>
      </dgm:t>
    </dgm:pt>
    <dgm:pt modelId="{F75F2CA5-18E5-824A-88CE-ACF4072C7FB5}" type="sibTrans" cxnId="{86EAA98E-00C7-5048-8C9A-A1EA8C1D9159}">
      <dgm:prSet/>
      <dgm:spPr/>
      <dgm:t>
        <a:bodyPr/>
        <a:lstStyle/>
        <a:p>
          <a:endParaRPr lang="es-ES"/>
        </a:p>
      </dgm:t>
    </dgm:pt>
    <dgm:pt modelId="{8BC6404E-2B6D-EC48-812B-40E1E6C6DE12}">
      <dgm:prSet phldrT="[Texto]"/>
      <dgm:spPr/>
      <dgm:t>
        <a:bodyPr/>
        <a:lstStyle/>
        <a:p>
          <a:r>
            <a:rPr lang="es-ES" dirty="0"/>
            <a:t>JS </a:t>
          </a:r>
          <a:r>
            <a:rPr lang="es-ES" dirty="0" err="1"/>
            <a:t>vanilla</a:t>
          </a:r>
          <a:r>
            <a:rPr lang="es-ES" dirty="0"/>
            <a:t> (interactividad y actualizaciones en tiempo real)</a:t>
          </a:r>
        </a:p>
      </dgm:t>
    </dgm:pt>
    <dgm:pt modelId="{EFB1819D-E044-CA4E-8BF8-44335A7FD292}" type="parTrans" cxnId="{CB947791-F941-FC41-9001-6D24DA726BC5}">
      <dgm:prSet/>
      <dgm:spPr/>
      <dgm:t>
        <a:bodyPr/>
        <a:lstStyle/>
        <a:p>
          <a:endParaRPr lang="es-ES"/>
        </a:p>
      </dgm:t>
    </dgm:pt>
    <dgm:pt modelId="{CD98D58D-BB21-3449-845C-475139A61DC3}" type="sibTrans" cxnId="{CB947791-F941-FC41-9001-6D24DA726BC5}">
      <dgm:prSet/>
      <dgm:spPr/>
      <dgm:t>
        <a:bodyPr/>
        <a:lstStyle/>
        <a:p>
          <a:endParaRPr lang="es-ES"/>
        </a:p>
      </dgm:t>
    </dgm:pt>
    <dgm:pt modelId="{9072D8B6-41C3-5041-968C-3207CB2BE7C1}">
      <dgm:prSet phldrT="[Texto]"/>
      <dgm:spPr/>
      <dgm:t>
        <a:bodyPr/>
        <a:lstStyle/>
        <a:p>
          <a:r>
            <a:rPr lang="es-ES" dirty="0"/>
            <a:t>Jinja2 (renderiza contenido desde </a:t>
          </a:r>
          <a:r>
            <a:rPr lang="es-ES" dirty="0" err="1"/>
            <a:t>backend</a:t>
          </a:r>
          <a:r>
            <a:rPr lang="es-ES" dirty="0"/>
            <a:t>)</a:t>
          </a:r>
        </a:p>
      </dgm:t>
    </dgm:pt>
    <dgm:pt modelId="{D7C75B4B-C87C-F34A-9B74-2AFF2146C86D}" type="parTrans" cxnId="{51E9C872-0E24-6B49-8861-57725F03A9C9}">
      <dgm:prSet/>
      <dgm:spPr/>
      <dgm:t>
        <a:bodyPr/>
        <a:lstStyle/>
        <a:p>
          <a:endParaRPr lang="es-ES"/>
        </a:p>
      </dgm:t>
    </dgm:pt>
    <dgm:pt modelId="{B6AF9EAC-4F16-1C43-B5DF-405027AC2509}" type="sibTrans" cxnId="{51E9C872-0E24-6B49-8861-57725F03A9C9}">
      <dgm:prSet/>
      <dgm:spPr/>
      <dgm:t>
        <a:bodyPr/>
        <a:lstStyle/>
        <a:p>
          <a:endParaRPr lang="es-ES"/>
        </a:p>
      </dgm:t>
    </dgm:pt>
    <dgm:pt modelId="{ABF22B5C-607D-0C4A-8C80-59F2BA9D32DA}">
      <dgm:prSet phldrT="[Texto]"/>
      <dgm:spPr/>
      <dgm:t>
        <a:bodyPr/>
        <a:lstStyle/>
        <a:p>
          <a:r>
            <a:rPr lang="es-ES" dirty="0"/>
            <a:t>Docker y Docker </a:t>
          </a:r>
          <a:r>
            <a:rPr lang="es-ES" dirty="0" err="1"/>
            <a:t>Compose</a:t>
          </a:r>
          <a:endParaRPr lang="es-ES" dirty="0"/>
        </a:p>
      </dgm:t>
    </dgm:pt>
    <dgm:pt modelId="{74BAF592-58F6-D440-9AED-38A7673E589C}" type="parTrans" cxnId="{E2B21A2A-D183-1D48-AFBD-AF9963F0340D}">
      <dgm:prSet/>
      <dgm:spPr/>
      <dgm:t>
        <a:bodyPr/>
        <a:lstStyle/>
        <a:p>
          <a:endParaRPr lang="es-ES"/>
        </a:p>
      </dgm:t>
    </dgm:pt>
    <dgm:pt modelId="{0625FF01-F587-3F43-AA2A-3EFC8B811051}" type="sibTrans" cxnId="{E2B21A2A-D183-1D48-AFBD-AF9963F0340D}">
      <dgm:prSet/>
      <dgm:spPr/>
      <dgm:t>
        <a:bodyPr/>
        <a:lstStyle/>
        <a:p>
          <a:endParaRPr lang="es-ES"/>
        </a:p>
      </dgm:t>
    </dgm:pt>
    <dgm:pt modelId="{1AD17B87-7697-C04E-B87A-CDCB8E4C31D3}">
      <dgm:prSet phldrT="[Texto]"/>
      <dgm:spPr/>
      <dgm:t>
        <a:bodyPr/>
        <a:lstStyle/>
        <a:p>
          <a:r>
            <a:rPr lang="es-ES" dirty="0" err="1"/>
            <a:t>Pytest</a:t>
          </a:r>
          <a:r>
            <a:rPr lang="es-ES" dirty="0"/>
            <a:t> y </a:t>
          </a:r>
          <a:r>
            <a:rPr lang="es-ES" dirty="0" err="1"/>
            <a:t>Mongomock</a:t>
          </a:r>
          <a:r>
            <a:rPr lang="es-ES" dirty="0"/>
            <a:t> (</a:t>
          </a:r>
          <a:r>
            <a:rPr lang="es-ES" dirty="0" err="1"/>
            <a:t>Testing</a:t>
          </a:r>
          <a:r>
            <a:rPr lang="es-ES" dirty="0"/>
            <a:t> in app y off app)</a:t>
          </a:r>
        </a:p>
      </dgm:t>
    </dgm:pt>
    <dgm:pt modelId="{D9893001-F750-464C-9519-4B8F1B78446E}" type="parTrans" cxnId="{DF07B1AE-CF30-5942-81D9-7BABAD9E782C}">
      <dgm:prSet/>
      <dgm:spPr/>
      <dgm:t>
        <a:bodyPr/>
        <a:lstStyle/>
        <a:p>
          <a:endParaRPr lang="es-ES"/>
        </a:p>
      </dgm:t>
    </dgm:pt>
    <dgm:pt modelId="{F53AE3FA-3BF5-6340-A7BD-7883FE611FB7}" type="sibTrans" cxnId="{DF07B1AE-CF30-5942-81D9-7BABAD9E782C}">
      <dgm:prSet/>
      <dgm:spPr/>
      <dgm:t>
        <a:bodyPr/>
        <a:lstStyle/>
        <a:p>
          <a:endParaRPr lang="es-ES"/>
        </a:p>
      </dgm:t>
    </dgm:pt>
    <dgm:pt modelId="{07564A77-FB9E-854D-AF66-EAA761C92CCE}">
      <dgm:prSet phldrT="[Texto]"/>
      <dgm:spPr/>
      <dgm:t>
        <a:bodyPr/>
        <a:lstStyle/>
        <a:p>
          <a:r>
            <a:rPr lang="es-ES" dirty="0"/>
            <a:t>SHA-256 (</a:t>
          </a:r>
          <a:r>
            <a:rPr lang="es-ES" dirty="0" err="1"/>
            <a:t>Hashing</a:t>
          </a:r>
          <a:r>
            <a:rPr lang="es-ES" dirty="0"/>
            <a:t> de datos sensibles)</a:t>
          </a:r>
        </a:p>
      </dgm:t>
    </dgm:pt>
    <dgm:pt modelId="{7D6BC890-F47C-5A4D-92D4-E63697A78CCE}" type="parTrans" cxnId="{064FB4D0-777A-5D41-9E17-89C085D2EDF2}">
      <dgm:prSet/>
      <dgm:spPr/>
      <dgm:t>
        <a:bodyPr/>
        <a:lstStyle/>
        <a:p>
          <a:endParaRPr lang="es-ES"/>
        </a:p>
      </dgm:t>
    </dgm:pt>
    <dgm:pt modelId="{AC87D6C2-B1B8-B547-A986-ACB87170BC0D}" type="sibTrans" cxnId="{064FB4D0-777A-5D41-9E17-89C085D2EDF2}">
      <dgm:prSet/>
      <dgm:spPr/>
      <dgm:t>
        <a:bodyPr/>
        <a:lstStyle/>
        <a:p>
          <a:endParaRPr lang="es-ES"/>
        </a:p>
      </dgm:t>
    </dgm:pt>
    <dgm:pt modelId="{5C0FD272-8098-B14A-89E4-C9D2BA99A9B0}">
      <dgm:prSet phldrT="[Texto]"/>
      <dgm:spPr/>
      <dgm:t>
        <a:bodyPr/>
        <a:lstStyle/>
        <a:p>
          <a:r>
            <a:rPr lang="es-ES" dirty="0"/>
            <a:t>NGINX (Proxy inverso para gestionar peticiones y mejorar seguridad)</a:t>
          </a:r>
        </a:p>
      </dgm:t>
    </dgm:pt>
    <dgm:pt modelId="{57C524E2-005F-DE44-A397-49892EDA9F24}" type="parTrans" cxnId="{CF128691-345F-9948-8126-C4DDC31F3FA0}">
      <dgm:prSet/>
      <dgm:spPr/>
      <dgm:t>
        <a:bodyPr/>
        <a:lstStyle/>
        <a:p>
          <a:endParaRPr lang="es-ES"/>
        </a:p>
      </dgm:t>
    </dgm:pt>
    <dgm:pt modelId="{9E750BFF-24DC-CB45-BA4F-BDB11E07BC97}" type="sibTrans" cxnId="{CF128691-345F-9948-8126-C4DDC31F3FA0}">
      <dgm:prSet/>
      <dgm:spPr/>
      <dgm:t>
        <a:bodyPr/>
        <a:lstStyle/>
        <a:p>
          <a:endParaRPr lang="es-ES"/>
        </a:p>
      </dgm:t>
    </dgm:pt>
    <dgm:pt modelId="{620DBC2B-1320-DE4A-8A2F-D2773B6B4A4C}">
      <dgm:prSet phldrT="[Texto]"/>
      <dgm:spPr/>
      <dgm:t>
        <a:bodyPr/>
        <a:lstStyle/>
        <a:p>
          <a:r>
            <a:rPr lang="es-ES" dirty="0"/>
            <a:t>Herramientas adicionales</a:t>
          </a:r>
        </a:p>
      </dgm:t>
    </dgm:pt>
    <dgm:pt modelId="{4F1ECE10-0A16-364F-8166-C101627D648B}" type="parTrans" cxnId="{E40F04B2-04FF-1747-9613-6E3CC7B8F1E7}">
      <dgm:prSet/>
      <dgm:spPr/>
      <dgm:t>
        <a:bodyPr/>
        <a:lstStyle/>
        <a:p>
          <a:endParaRPr lang="es-ES"/>
        </a:p>
      </dgm:t>
    </dgm:pt>
    <dgm:pt modelId="{202DD7FF-693F-D84D-A096-571699F83C97}" type="sibTrans" cxnId="{E40F04B2-04FF-1747-9613-6E3CC7B8F1E7}">
      <dgm:prSet/>
      <dgm:spPr/>
      <dgm:t>
        <a:bodyPr/>
        <a:lstStyle/>
        <a:p>
          <a:endParaRPr lang="es-ES"/>
        </a:p>
      </dgm:t>
    </dgm:pt>
    <dgm:pt modelId="{C7725D7C-6EE6-0444-8215-24D75A38A911}">
      <dgm:prSet phldrT="[Texto]"/>
      <dgm:spPr/>
      <dgm:t>
        <a:bodyPr/>
        <a:lstStyle/>
        <a:p>
          <a:r>
            <a:rPr lang="es-ES" dirty="0"/>
            <a:t>fpdf2 (Crear PDF)</a:t>
          </a:r>
        </a:p>
      </dgm:t>
    </dgm:pt>
    <dgm:pt modelId="{6D87D715-D28A-634F-A7CB-F05BB6C800F0}" type="parTrans" cxnId="{21D2AA2E-35C0-1D40-A704-2BF4C96D53B0}">
      <dgm:prSet/>
      <dgm:spPr/>
      <dgm:t>
        <a:bodyPr/>
        <a:lstStyle/>
        <a:p>
          <a:endParaRPr lang="es-ES"/>
        </a:p>
      </dgm:t>
    </dgm:pt>
    <dgm:pt modelId="{CD3D98F2-08A5-7848-AA44-F0F7CA8451B7}" type="sibTrans" cxnId="{21D2AA2E-35C0-1D40-A704-2BF4C96D53B0}">
      <dgm:prSet/>
      <dgm:spPr/>
      <dgm:t>
        <a:bodyPr/>
        <a:lstStyle/>
        <a:p>
          <a:endParaRPr lang="es-ES"/>
        </a:p>
      </dgm:t>
    </dgm:pt>
    <dgm:pt modelId="{D5D5EB25-BD4D-8644-9A60-C4EFE6F8398F}" type="pres">
      <dgm:prSet presAssocID="{C938B8ED-912B-4245-A0CD-02C27CF7F0E0}" presName="linear" presStyleCnt="0">
        <dgm:presLayoutVars>
          <dgm:dir/>
          <dgm:animLvl val="lvl"/>
          <dgm:resizeHandles val="exact"/>
        </dgm:presLayoutVars>
      </dgm:prSet>
      <dgm:spPr/>
    </dgm:pt>
    <dgm:pt modelId="{FC8E52AB-6CCE-C547-A3EC-CE7D6F984CB5}" type="pres">
      <dgm:prSet presAssocID="{492B86D0-0AAA-774A-BF53-A8C3081B6C81}" presName="parentLin" presStyleCnt="0"/>
      <dgm:spPr/>
    </dgm:pt>
    <dgm:pt modelId="{1C9173A6-7061-BC48-BA54-86E480BCAEF8}" type="pres">
      <dgm:prSet presAssocID="{492B86D0-0AAA-774A-BF53-A8C3081B6C81}" presName="parentLeftMargin" presStyleLbl="node1" presStyleIdx="0" presStyleCnt="5"/>
      <dgm:spPr/>
    </dgm:pt>
    <dgm:pt modelId="{FE5C0B2B-181B-C645-994F-A7730DADD1E1}" type="pres">
      <dgm:prSet presAssocID="{492B86D0-0AAA-774A-BF53-A8C3081B6C8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A0EE61A-4A88-214B-B36D-5D5981208A2E}" type="pres">
      <dgm:prSet presAssocID="{492B86D0-0AAA-774A-BF53-A8C3081B6C81}" presName="negativeSpace" presStyleCnt="0"/>
      <dgm:spPr/>
    </dgm:pt>
    <dgm:pt modelId="{52905824-AE5E-2740-BDA4-7D77AE6B5661}" type="pres">
      <dgm:prSet presAssocID="{492B86D0-0AAA-774A-BF53-A8C3081B6C81}" presName="childText" presStyleLbl="conFgAcc1" presStyleIdx="0" presStyleCnt="5">
        <dgm:presLayoutVars>
          <dgm:bulletEnabled val="1"/>
        </dgm:presLayoutVars>
      </dgm:prSet>
      <dgm:spPr/>
    </dgm:pt>
    <dgm:pt modelId="{F1F471D4-DEB5-1D46-B4DB-16D68C5DAE46}" type="pres">
      <dgm:prSet presAssocID="{8CEEF59A-56D0-FC49-BABA-C06FAF5EBF43}" presName="spaceBetweenRectangles" presStyleCnt="0"/>
      <dgm:spPr/>
    </dgm:pt>
    <dgm:pt modelId="{BE2E1671-A989-E04F-B625-E67445A02C64}" type="pres">
      <dgm:prSet presAssocID="{0AFE86E8-E421-8B49-B3D0-E898B727F169}" presName="parentLin" presStyleCnt="0"/>
      <dgm:spPr/>
    </dgm:pt>
    <dgm:pt modelId="{9643DE9F-E106-6146-ABF1-C4EA54FFCD26}" type="pres">
      <dgm:prSet presAssocID="{0AFE86E8-E421-8B49-B3D0-E898B727F169}" presName="parentLeftMargin" presStyleLbl="node1" presStyleIdx="0" presStyleCnt="5"/>
      <dgm:spPr/>
    </dgm:pt>
    <dgm:pt modelId="{3E2E686A-DCFE-CE46-8960-BB24016A64D8}" type="pres">
      <dgm:prSet presAssocID="{0AFE86E8-E421-8B49-B3D0-E898B727F16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3C9CB0B-576D-754E-A77F-BB341E6E5B1A}" type="pres">
      <dgm:prSet presAssocID="{0AFE86E8-E421-8B49-B3D0-E898B727F169}" presName="negativeSpace" presStyleCnt="0"/>
      <dgm:spPr/>
    </dgm:pt>
    <dgm:pt modelId="{F24E0B2D-D739-6945-B83E-4B4590789D50}" type="pres">
      <dgm:prSet presAssocID="{0AFE86E8-E421-8B49-B3D0-E898B727F169}" presName="childText" presStyleLbl="conFgAcc1" presStyleIdx="1" presStyleCnt="5">
        <dgm:presLayoutVars>
          <dgm:bulletEnabled val="1"/>
        </dgm:presLayoutVars>
      </dgm:prSet>
      <dgm:spPr/>
    </dgm:pt>
    <dgm:pt modelId="{B3674AF4-6451-A34B-A9EA-CB27ABBEA112}" type="pres">
      <dgm:prSet presAssocID="{6A8E174C-F5D1-704B-990D-EC4663001271}" presName="spaceBetweenRectangles" presStyleCnt="0"/>
      <dgm:spPr/>
    </dgm:pt>
    <dgm:pt modelId="{4902A414-E737-B44A-B5AE-3EBF942BB4A3}" type="pres">
      <dgm:prSet presAssocID="{8F9B592D-E5DC-6744-B196-0367CF5D36D9}" presName="parentLin" presStyleCnt="0"/>
      <dgm:spPr/>
    </dgm:pt>
    <dgm:pt modelId="{20457451-2F5E-A347-B882-F7A879DC4348}" type="pres">
      <dgm:prSet presAssocID="{8F9B592D-E5DC-6744-B196-0367CF5D36D9}" presName="parentLeftMargin" presStyleLbl="node1" presStyleIdx="1" presStyleCnt="5"/>
      <dgm:spPr/>
    </dgm:pt>
    <dgm:pt modelId="{02C2243E-F496-F143-9AD5-E7778EDE0610}" type="pres">
      <dgm:prSet presAssocID="{8F9B592D-E5DC-6744-B196-0367CF5D36D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3ADBEB9-EDC1-9E44-BDC1-D5A4169BF60F}" type="pres">
      <dgm:prSet presAssocID="{8F9B592D-E5DC-6744-B196-0367CF5D36D9}" presName="negativeSpace" presStyleCnt="0"/>
      <dgm:spPr/>
    </dgm:pt>
    <dgm:pt modelId="{CB5DE43D-BE6E-2144-8D85-0E6899ABEB99}" type="pres">
      <dgm:prSet presAssocID="{8F9B592D-E5DC-6744-B196-0367CF5D36D9}" presName="childText" presStyleLbl="conFgAcc1" presStyleIdx="2" presStyleCnt="5">
        <dgm:presLayoutVars>
          <dgm:bulletEnabled val="1"/>
        </dgm:presLayoutVars>
      </dgm:prSet>
      <dgm:spPr/>
    </dgm:pt>
    <dgm:pt modelId="{8ED6B6A1-5700-F949-A471-B2494A5C4888}" type="pres">
      <dgm:prSet presAssocID="{1030AB7C-6D6A-B441-8B10-993FCAA01276}" presName="spaceBetweenRectangles" presStyleCnt="0"/>
      <dgm:spPr/>
    </dgm:pt>
    <dgm:pt modelId="{F9388117-2F5E-AF49-BEAD-2BCF2353B57C}" type="pres">
      <dgm:prSet presAssocID="{4A6BCD57-2749-2B42-9523-527605334616}" presName="parentLin" presStyleCnt="0"/>
      <dgm:spPr/>
    </dgm:pt>
    <dgm:pt modelId="{5541C2DA-2DAD-A04A-BBD3-F4F9EAD4465F}" type="pres">
      <dgm:prSet presAssocID="{4A6BCD57-2749-2B42-9523-527605334616}" presName="parentLeftMargin" presStyleLbl="node1" presStyleIdx="2" presStyleCnt="5"/>
      <dgm:spPr/>
    </dgm:pt>
    <dgm:pt modelId="{B1E071FC-0BD0-F54F-B80A-741514843F33}" type="pres">
      <dgm:prSet presAssocID="{4A6BCD57-2749-2B42-9523-52760533461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C533B7A-ED16-3442-A226-B04C54562CCC}" type="pres">
      <dgm:prSet presAssocID="{4A6BCD57-2749-2B42-9523-527605334616}" presName="negativeSpace" presStyleCnt="0"/>
      <dgm:spPr/>
    </dgm:pt>
    <dgm:pt modelId="{CF9D739F-8732-7F4C-A3A7-7C0B25C57FB8}" type="pres">
      <dgm:prSet presAssocID="{4A6BCD57-2749-2B42-9523-527605334616}" presName="childText" presStyleLbl="conFgAcc1" presStyleIdx="3" presStyleCnt="5">
        <dgm:presLayoutVars>
          <dgm:bulletEnabled val="1"/>
        </dgm:presLayoutVars>
      </dgm:prSet>
      <dgm:spPr/>
    </dgm:pt>
    <dgm:pt modelId="{2B0B1760-E41C-914B-8FE3-8217717A062A}" type="pres">
      <dgm:prSet presAssocID="{F805B8A1-1450-7B46-8B03-0B4E5DAEDE90}" presName="spaceBetweenRectangles" presStyleCnt="0"/>
      <dgm:spPr/>
    </dgm:pt>
    <dgm:pt modelId="{1C5357BB-A437-F840-842F-C34414A48705}" type="pres">
      <dgm:prSet presAssocID="{620DBC2B-1320-DE4A-8A2F-D2773B6B4A4C}" presName="parentLin" presStyleCnt="0"/>
      <dgm:spPr/>
    </dgm:pt>
    <dgm:pt modelId="{FC435BEB-005B-8C4D-A3F9-2CBE388ECB8E}" type="pres">
      <dgm:prSet presAssocID="{620DBC2B-1320-DE4A-8A2F-D2773B6B4A4C}" presName="parentLeftMargin" presStyleLbl="node1" presStyleIdx="3" presStyleCnt="5"/>
      <dgm:spPr/>
    </dgm:pt>
    <dgm:pt modelId="{349FC4D6-EFA3-6C41-B03A-40142C6C6521}" type="pres">
      <dgm:prSet presAssocID="{620DBC2B-1320-DE4A-8A2F-D2773B6B4A4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E47CF92A-657C-8D43-9698-4314657351C8}" type="pres">
      <dgm:prSet presAssocID="{620DBC2B-1320-DE4A-8A2F-D2773B6B4A4C}" presName="negativeSpace" presStyleCnt="0"/>
      <dgm:spPr/>
    </dgm:pt>
    <dgm:pt modelId="{96B62C86-F72D-C047-ACF8-7F715CC0BABF}" type="pres">
      <dgm:prSet presAssocID="{620DBC2B-1320-DE4A-8A2F-D2773B6B4A4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616D780B-7BC0-554C-880B-942EDDFA9316}" type="presOf" srcId="{8F9B592D-E5DC-6744-B196-0367CF5D36D9}" destId="{02C2243E-F496-F143-9AD5-E7778EDE0610}" srcOrd="1" destOrd="0" presId="urn:microsoft.com/office/officeart/2005/8/layout/list1"/>
    <dgm:cxn modelId="{10241514-D10D-5248-BC54-F7D6761F38AF}" type="presOf" srcId="{620DBC2B-1320-DE4A-8A2F-D2773B6B4A4C}" destId="{FC435BEB-005B-8C4D-A3F9-2CBE388ECB8E}" srcOrd="0" destOrd="0" presId="urn:microsoft.com/office/officeart/2005/8/layout/list1"/>
    <dgm:cxn modelId="{0C401D1B-AC1C-7743-B6EE-7376C3905AE3}" type="presOf" srcId="{4A6BCD57-2749-2B42-9523-527605334616}" destId="{5541C2DA-2DAD-A04A-BBD3-F4F9EAD4465F}" srcOrd="0" destOrd="0" presId="urn:microsoft.com/office/officeart/2005/8/layout/list1"/>
    <dgm:cxn modelId="{19E27021-D26B-004F-96A8-91286E75D0D8}" type="presOf" srcId="{492B86D0-0AAA-774A-BF53-A8C3081B6C81}" destId="{1C9173A6-7061-BC48-BA54-86E480BCAEF8}" srcOrd="0" destOrd="0" presId="urn:microsoft.com/office/officeart/2005/8/layout/list1"/>
    <dgm:cxn modelId="{31525923-11EC-0C4F-8126-D0E26825C2B2}" type="presOf" srcId="{620DBC2B-1320-DE4A-8A2F-D2773B6B4A4C}" destId="{349FC4D6-EFA3-6C41-B03A-40142C6C6521}" srcOrd="1" destOrd="0" presId="urn:microsoft.com/office/officeart/2005/8/layout/list1"/>
    <dgm:cxn modelId="{F4E49E29-BB3D-104E-922D-40280027FB6F}" type="presOf" srcId="{8BC6404E-2B6D-EC48-812B-40E1E6C6DE12}" destId="{CB5DE43D-BE6E-2144-8D85-0E6899ABEB99}" srcOrd="0" destOrd="1" presId="urn:microsoft.com/office/officeart/2005/8/layout/list1"/>
    <dgm:cxn modelId="{E2B21A2A-D183-1D48-AFBD-AF9963F0340D}" srcId="{4A6BCD57-2749-2B42-9523-527605334616}" destId="{ABF22B5C-607D-0C4A-8C80-59F2BA9D32DA}" srcOrd="0" destOrd="0" parTransId="{74BAF592-58F6-D440-9AED-38A7673E589C}" sibTransId="{0625FF01-F587-3F43-AA2A-3EFC8B811051}"/>
    <dgm:cxn modelId="{3BA7D42B-32B3-E048-9A63-0DB6B25B33C7}" type="presOf" srcId="{8F9B592D-E5DC-6744-B196-0367CF5D36D9}" destId="{20457451-2F5E-A347-B882-F7A879DC4348}" srcOrd="0" destOrd="0" presId="urn:microsoft.com/office/officeart/2005/8/layout/list1"/>
    <dgm:cxn modelId="{21D2AA2E-35C0-1D40-A704-2BF4C96D53B0}" srcId="{620DBC2B-1320-DE4A-8A2F-D2773B6B4A4C}" destId="{C7725D7C-6EE6-0444-8215-24D75A38A911}" srcOrd="0" destOrd="0" parTransId="{6D87D715-D28A-634F-A7CB-F05BB6C800F0}" sibTransId="{CD3D98F2-08A5-7848-AA44-F0F7CA8451B7}"/>
    <dgm:cxn modelId="{36089E30-3150-9247-A6BA-A41E6EF1CA4B}" srcId="{8F9B592D-E5DC-6744-B196-0367CF5D36D9}" destId="{F9F13BAB-3710-7046-A38F-9B085A8AD7DB}" srcOrd="0" destOrd="0" parTransId="{494184A1-62FD-314B-8D0F-8748EF922104}" sibTransId="{EE7F094A-7485-4D44-A99F-B98002CEA67F}"/>
    <dgm:cxn modelId="{DE42D234-B3E9-9F47-AB1A-2E8D038455B5}" type="presOf" srcId="{5C0FD272-8098-B14A-89E4-C9D2BA99A9B0}" destId="{CF9D739F-8732-7F4C-A3A7-7C0B25C57FB8}" srcOrd="0" destOrd="1" presId="urn:microsoft.com/office/officeart/2005/8/layout/list1"/>
    <dgm:cxn modelId="{5299B237-B5DE-EF42-BB96-E55EBD8B7405}" srcId="{492B86D0-0AAA-774A-BF53-A8C3081B6C81}" destId="{E95EA99F-B65B-EE43-AD6E-7AE068DAF0A4}" srcOrd="1" destOrd="0" parTransId="{19C59C84-7A2C-4B44-AF7B-95E4CABDD1CA}" sibTransId="{9C06034C-CF63-4D44-BFC8-5BB0B01AB686}"/>
    <dgm:cxn modelId="{395ABE40-363F-B842-B718-0191E0CD7D05}" type="presOf" srcId="{C7725D7C-6EE6-0444-8215-24D75A38A911}" destId="{96B62C86-F72D-C047-ACF8-7F715CC0BABF}" srcOrd="0" destOrd="0" presId="urn:microsoft.com/office/officeart/2005/8/layout/list1"/>
    <dgm:cxn modelId="{5BB02F42-BBB0-B842-97F1-ED1D2FDED65B}" srcId="{C938B8ED-912B-4245-A0CD-02C27CF7F0E0}" destId="{0AFE86E8-E421-8B49-B3D0-E898B727F169}" srcOrd="1" destOrd="0" parTransId="{9721673E-26FC-A247-AEC1-0E8DCC9B5926}" sibTransId="{6A8E174C-F5D1-704B-990D-EC4663001271}"/>
    <dgm:cxn modelId="{F021C947-4F80-0C48-86D0-B8C86F79EABE}" type="presOf" srcId="{1AD17B87-7697-C04E-B87A-CDCB8E4C31D3}" destId="{96B62C86-F72D-C047-ACF8-7F715CC0BABF}" srcOrd="0" destOrd="1" presId="urn:microsoft.com/office/officeart/2005/8/layout/list1"/>
    <dgm:cxn modelId="{CD7C714B-1B0F-4946-997C-2A0223B5B5DA}" type="presOf" srcId="{4A6BCD57-2749-2B42-9523-527605334616}" destId="{B1E071FC-0BD0-F54F-B80A-741514843F33}" srcOrd="1" destOrd="0" presId="urn:microsoft.com/office/officeart/2005/8/layout/list1"/>
    <dgm:cxn modelId="{14836A4D-069A-8943-889A-A277E3B253B8}" srcId="{492B86D0-0AAA-774A-BF53-A8C3081B6C81}" destId="{D5976E2D-7CC3-7444-AD12-78E00183EE15}" srcOrd="0" destOrd="0" parTransId="{4C2B0B81-D8E9-7E4F-A9ED-AF530FC0E45F}" sibTransId="{5C8763A2-4A39-5948-BA9F-3F3F8CFBA75A}"/>
    <dgm:cxn modelId="{B8724859-FBDE-0B43-A4E3-44B3AFB4EC36}" type="presOf" srcId="{0AFE86E8-E421-8B49-B3D0-E898B727F169}" destId="{3E2E686A-DCFE-CE46-8960-BB24016A64D8}" srcOrd="1" destOrd="0" presId="urn:microsoft.com/office/officeart/2005/8/layout/list1"/>
    <dgm:cxn modelId="{714B7E5A-E968-5540-A430-B673EFAD76B1}" srcId="{C938B8ED-912B-4245-A0CD-02C27CF7F0E0}" destId="{492B86D0-0AAA-774A-BF53-A8C3081B6C81}" srcOrd="0" destOrd="0" parTransId="{B1305D1C-FB6A-3241-BF7E-696A2488F433}" sibTransId="{8CEEF59A-56D0-FC49-BABA-C06FAF5EBF43}"/>
    <dgm:cxn modelId="{1B4E7572-7B15-0043-A8B1-F41C8268D367}" srcId="{C938B8ED-912B-4245-A0CD-02C27CF7F0E0}" destId="{4A6BCD57-2749-2B42-9523-527605334616}" srcOrd="3" destOrd="0" parTransId="{FA15DEB9-9FE2-E042-95C7-BC393B070C19}" sibTransId="{F805B8A1-1450-7B46-8B03-0B4E5DAEDE90}"/>
    <dgm:cxn modelId="{51E9C872-0E24-6B49-8861-57725F03A9C9}" srcId="{8F9B592D-E5DC-6744-B196-0367CF5D36D9}" destId="{9072D8B6-41C3-5041-968C-3207CB2BE7C1}" srcOrd="2" destOrd="0" parTransId="{D7C75B4B-C87C-F34A-9B74-2AFF2146C86D}" sibTransId="{B6AF9EAC-4F16-1C43-B5DF-405027AC2509}"/>
    <dgm:cxn modelId="{9BCDA578-4924-5848-8F49-3EE903F4E3E8}" type="presOf" srcId="{9072D8B6-41C3-5041-968C-3207CB2BE7C1}" destId="{CB5DE43D-BE6E-2144-8D85-0E6899ABEB99}" srcOrd="0" destOrd="2" presId="urn:microsoft.com/office/officeart/2005/8/layout/list1"/>
    <dgm:cxn modelId="{B453FE81-7107-044D-AC02-4B63D6921254}" type="presOf" srcId="{0AFE86E8-E421-8B49-B3D0-E898B727F169}" destId="{9643DE9F-E106-6146-ABF1-C4EA54FFCD26}" srcOrd="0" destOrd="0" presId="urn:microsoft.com/office/officeart/2005/8/layout/list1"/>
    <dgm:cxn modelId="{86EAA98E-00C7-5048-8C9A-A1EA8C1D9159}" srcId="{492B86D0-0AAA-774A-BF53-A8C3081B6C81}" destId="{EDB68C82-7E45-2646-B084-92D56BA526AA}" srcOrd="2" destOrd="0" parTransId="{97B33921-0401-A949-AFF8-52021EE2B179}" sibTransId="{F75F2CA5-18E5-824A-88CE-ACF4072C7FB5}"/>
    <dgm:cxn modelId="{7E0D9890-5E06-D34A-B40E-E4F02E5D8410}" type="presOf" srcId="{3450025F-EF92-7C4D-891D-BB212B37F17C}" destId="{F24E0B2D-D739-6945-B83E-4B4590789D50}" srcOrd="0" destOrd="0" presId="urn:microsoft.com/office/officeart/2005/8/layout/list1"/>
    <dgm:cxn modelId="{CB947791-F941-FC41-9001-6D24DA726BC5}" srcId="{8F9B592D-E5DC-6744-B196-0367CF5D36D9}" destId="{8BC6404E-2B6D-EC48-812B-40E1E6C6DE12}" srcOrd="1" destOrd="0" parTransId="{EFB1819D-E044-CA4E-8BF8-44335A7FD292}" sibTransId="{CD98D58D-BB21-3449-845C-475139A61DC3}"/>
    <dgm:cxn modelId="{CF128691-345F-9948-8126-C4DDC31F3FA0}" srcId="{4A6BCD57-2749-2B42-9523-527605334616}" destId="{5C0FD272-8098-B14A-89E4-C9D2BA99A9B0}" srcOrd="1" destOrd="0" parTransId="{57C524E2-005F-DE44-A397-49892EDA9F24}" sibTransId="{9E750BFF-24DC-CB45-BA4F-BDB11E07BC97}"/>
    <dgm:cxn modelId="{6167C392-BBF7-5242-BD29-3AC7D6C5CB58}" srcId="{C938B8ED-912B-4245-A0CD-02C27CF7F0E0}" destId="{8F9B592D-E5DC-6744-B196-0367CF5D36D9}" srcOrd="2" destOrd="0" parTransId="{E86BB1FB-5E19-834A-8123-B0C0B34995D1}" sibTransId="{1030AB7C-6D6A-B441-8B10-993FCAA01276}"/>
    <dgm:cxn modelId="{DFD7F194-7A32-FE4E-A660-0AE91829BC45}" type="presOf" srcId="{ABF22B5C-607D-0C4A-8C80-59F2BA9D32DA}" destId="{CF9D739F-8732-7F4C-A3A7-7C0B25C57FB8}" srcOrd="0" destOrd="0" presId="urn:microsoft.com/office/officeart/2005/8/layout/list1"/>
    <dgm:cxn modelId="{4221DD99-CB51-E34A-9089-C970531255E8}" type="presOf" srcId="{D5976E2D-7CC3-7444-AD12-78E00183EE15}" destId="{52905824-AE5E-2740-BDA4-7D77AE6B5661}" srcOrd="0" destOrd="0" presId="urn:microsoft.com/office/officeart/2005/8/layout/list1"/>
    <dgm:cxn modelId="{AA82C29B-1110-1345-BBA5-657AA5B4F36B}" type="presOf" srcId="{07564A77-FB9E-854D-AF66-EAA761C92CCE}" destId="{96B62C86-F72D-C047-ACF8-7F715CC0BABF}" srcOrd="0" destOrd="2" presId="urn:microsoft.com/office/officeart/2005/8/layout/list1"/>
    <dgm:cxn modelId="{67F9B3A0-DE86-A34D-B4CA-79295A56E8F8}" type="presOf" srcId="{C938B8ED-912B-4245-A0CD-02C27CF7F0E0}" destId="{D5D5EB25-BD4D-8644-9A60-C4EFE6F8398F}" srcOrd="0" destOrd="0" presId="urn:microsoft.com/office/officeart/2005/8/layout/list1"/>
    <dgm:cxn modelId="{DF07B1AE-CF30-5942-81D9-7BABAD9E782C}" srcId="{620DBC2B-1320-DE4A-8A2F-D2773B6B4A4C}" destId="{1AD17B87-7697-C04E-B87A-CDCB8E4C31D3}" srcOrd="1" destOrd="0" parTransId="{D9893001-F750-464C-9519-4B8F1B78446E}" sibTransId="{F53AE3FA-3BF5-6340-A7BD-7883FE611FB7}"/>
    <dgm:cxn modelId="{E40F04B2-04FF-1747-9613-6E3CC7B8F1E7}" srcId="{C938B8ED-912B-4245-A0CD-02C27CF7F0E0}" destId="{620DBC2B-1320-DE4A-8A2F-D2773B6B4A4C}" srcOrd="4" destOrd="0" parTransId="{4F1ECE10-0A16-364F-8166-C101627D648B}" sibTransId="{202DD7FF-693F-D84D-A096-571699F83C97}"/>
    <dgm:cxn modelId="{16150FBA-7466-5245-A7AE-02A66ECD220F}" srcId="{0AFE86E8-E421-8B49-B3D0-E898B727F169}" destId="{3450025F-EF92-7C4D-891D-BB212B37F17C}" srcOrd="0" destOrd="0" parTransId="{D6EB1B8D-A008-FB4F-B615-BF6EA6AA2238}" sibTransId="{43C8C2B0-C398-AB4C-8AD6-F1318B06AA35}"/>
    <dgm:cxn modelId="{01F062C0-D72D-724A-A6C2-77F88078765C}" type="presOf" srcId="{EDB68C82-7E45-2646-B084-92D56BA526AA}" destId="{52905824-AE5E-2740-BDA4-7D77AE6B5661}" srcOrd="0" destOrd="2" presId="urn:microsoft.com/office/officeart/2005/8/layout/list1"/>
    <dgm:cxn modelId="{064FB4D0-777A-5D41-9E17-89C085D2EDF2}" srcId="{620DBC2B-1320-DE4A-8A2F-D2773B6B4A4C}" destId="{07564A77-FB9E-854D-AF66-EAA761C92CCE}" srcOrd="2" destOrd="0" parTransId="{7D6BC890-F47C-5A4D-92D4-E63697A78CCE}" sibTransId="{AC87D6C2-B1B8-B547-A986-ACB87170BC0D}"/>
    <dgm:cxn modelId="{4A0F12D3-402E-5B4E-B030-33062344A36D}" type="presOf" srcId="{F9F13BAB-3710-7046-A38F-9B085A8AD7DB}" destId="{CB5DE43D-BE6E-2144-8D85-0E6899ABEB99}" srcOrd="0" destOrd="0" presId="urn:microsoft.com/office/officeart/2005/8/layout/list1"/>
    <dgm:cxn modelId="{849181FC-6629-A64C-8DCC-48FB596C55AB}" type="presOf" srcId="{492B86D0-0AAA-774A-BF53-A8C3081B6C81}" destId="{FE5C0B2B-181B-C645-994F-A7730DADD1E1}" srcOrd="1" destOrd="0" presId="urn:microsoft.com/office/officeart/2005/8/layout/list1"/>
    <dgm:cxn modelId="{1B6D39FE-D25E-E644-957A-4CB7FAE73CC4}" type="presOf" srcId="{E95EA99F-B65B-EE43-AD6E-7AE068DAF0A4}" destId="{52905824-AE5E-2740-BDA4-7D77AE6B5661}" srcOrd="0" destOrd="1" presId="urn:microsoft.com/office/officeart/2005/8/layout/list1"/>
    <dgm:cxn modelId="{05DD1322-1320-154E-B9FE-9C45D048CE94}" type="presParOf" srcId="{D5D5EB25-BD4D-8644-9A60-C4EFE6F8398F}" destId="{FC8E52AB-6CCE-C547-A3EC-CE7D6F984CB5}" srcOrd="0" destOrd="0" presId="urn:microsoft.com/office/officeart/2005/8/layout/list1"/>
    <dgm:cxn modelId="{24B02576-253B-5640-AF9A-7F4A144DC299}" type="presParOf" srcId="{FC8E52AB-6CCE-C547-A3EC-CE7D6F984CB5}" destId="{1C9173A6-7061-BC48-BA54-86E480BCAEF8}" srcOrd="0" destOrd="0" presId="urn:microsoft.com/office/officeart/2005/8/layout/list1"/>
    <dgm:cxn modelId="{E2E35044-58A4-A24D-A6A4-A19DEB0670D7}" type="presParOf" srcId="{FC8E52AB-6CCE-C547-A3EC-CE7D6F984CB5}" destId="{FE5C0B2B-181B-C645-994F-A7730DADD1E1}" srcOrd="1" destOrd="0" presId="urn:microsoft.com/office/officeart/2005/8/layout/list1"/>
    <dgm:cxn modelId="{77B548DF-B288-9E49-82D5-A27AED15CC85}" type="presParOf" srcId="{D5D5EB25-BD4D-8644-9A60-C4EFE6F8398F}" destId="{4A0EE61A-4A88-214B-B36D-5D5981208A2E}" srcOrd="1" destOrd="0" presId="urn:microsoft.com/office/officeart/2005/8/layout/list1"/>
    <dgm:cxn modelId="{373E4E84-8337-804B-A576-B64A7C5597E2}" type="presParOf" srcId="{D5D5EB25-BD4D-8644-9A60-C4EFE6F8398F}" destId="{52905824-AE5E-2740-BDA4-7D77AE6B5661}" srcOrd="2" destOrd="0" presId="urn:microsoft.com/office/officeart/2005/8/layout/list1"/>
    <dgm:cxn modelId="{B29832E4-D926-ED4C-B2B1-5DD7CBF9661B}" type="presParOf" srcId="{D5D5EB25-BD4D-8644-9A60-C4EFE6F8398F}" destId="{F1F471D4-DEB5-1D46-B4DB-16D68C5DAE46}" srcOrd="3" destOrd="0" presId="urn:microsoft.com/office/officeart/2005/8/layout/list1"/>
    <dgm:cxn modelId="{CC553189-4BE7-D64F-A52D-72D95F43E0F7}" type="presParOf" srcId="{D5D5EB25-BD4D-8644-9A60-C4EFE6F8398F}" destId="{BE2E1671-A989-E04F-B625-E67445A02C64}" srcOrd="4" destOrd="0" presId="urn:microsoft.com/office/officeart/2005/8/layout/list1"/>
    <dgm:cxn modelId="{DA85186A-1BD6-B245-8635-72CF22CAE8D2}" type="presParOf" srcId="{BE2E1671-A989-E04F-B625-E67445A02C64}" destId="{9643DE9F-E106-6146-ABF1-C4EA54FFCD26}" srcOrd="0" destOrd="0" presId="urn:microsoft.com/office/officeart/2005/8/layout/list1"/>
    <dgm:cxn modelId="{789AA259-DC22-5148-A829-1B60606F446A}" type="presParOf" srcId="{BE2E1671-A989-E04F-B625-E67445A02C64}" destId="{3E2E686A-DCFE-CE46-8960-BB24016A64D8}" srcOrd="1" destOrd="0" presId="urn:microsoft.com/office/officeart/2005/8/layout/list1"/>
    <dgm:cxn modelId="{85100FDA-C39B-8E4D-89A1-9F19D1D93E11}" type="presParOf" srcId="{D5D5EB25-BD4D-8644-9A60-C4EFE6F8398F}" destId="{53C9CB0B-576D-754E-A77F-BB341E6E5B1A}" srcOrd="5" destOrd="0" presId="urn:microsoft.com/office/officeart/2005/8/layout/list1"/>
    <dgm:cxn modelId="{E73BC380-E363-BD46-AD86-CE3AB5F85252}" type="presParOf" srcId="{D5D5EB25-BD4D-8644-9A60-C4EFE6F8398F}" destId="{F24E0B2D-D739-6945-B83E-4B4590789D50}" srcOrd="6" destOrd="0" presId="urn:microsoft.com/office/officeart/2005/8/layout/list1"/>
    <dgm:cxn modelId="{07DF3174-D75C-D842-8599-2827C2EC11E0}" type="presParOf" srcId="{D5D5EB25-BD4D-8644-9A60-C4EFE6F8398F}" destId="{B3674AF4-6451-A34B-A9EA-CB27ABBEA112}" srcOrd="7" destOrd="0" presId="urn:microsoft.com/office/officeart/2005/8/layout/list1"/>
    <dgm:cxn modelId="{EA2D2227-568A-AD47-8238-D43E83F17129}" type="presParOf" srcId="{D5D5EB25-BD4D-8644-9A60-C4EFE6F8398F}" destId="{4902A414-E737-B44A-B5AE-3EBF942BB4A3}" srcOrd="8" destOrd="0" presId="urn:microsoft.com/office/officeart/2005/8/layout/list1"/>
    <dgm:cxn modelId="{2A019062-7DFC-4346-AE84-F9F51497EEB0}" type="presParOf" srcId="{4902A414-E737-B44A-B5AE-3EBF942BB4A3}" destId="{20457451-2F5E-A347-B882-F7A879DC4348}" srcOrd="0" destOrd="0" presId="urn:microsoft.com/office/officeart/2005/8/layout/list1"/>
    <dgm:cxn modelId="{5C2BB56A-431F-7145-B38A-D2B3417CE516}" type="presParOf" srcId="{4902A414-E737-B44A-B5AE-3EBF942BB4A3}" destId="{02C2243E-F496-F143-9AD5-E7778EDE0610}" srcOrd="1" destOrd="0" presId="urn:microsoft.com/office/officeart/2005/8/layout/list1"/>
    <dgm:cxn modelId="{ADFF5661-806B-854C-A3FE-02AEC299795D}" type="presParOf" srcId="{D5D5EB25-BD4D-8644-9A60-C4EFE6F8398F}" destId="{A3ADBEB9-EDC1-9E44-BDC1-D5A4169BF60F}" srcOrd="9" destOrd="0" presId="urn:microsoft.com/office/officeart/2005/8/layout/list1"/>
    <dgm:cxn modelId="{32E133F8-81C7-ED4F-A1FB-49FD2F8F75AB}" type="presParOf" srcId="{D5D5EB25-BD4D-8644-9A60-C4EFE6F8398F}" destId="{CB5DE43D-BE6E-2144-8D85-0E6899ABEB99}" srcOrd="10" destOrd="0" presId="urn:microsoft.com/office/officeart/2005/8/layout/list1"/>
    <dgm:cxn modelId="{F5B08BF7-D971-8046-B68A-5C3E56BA12CD}" type="presParOf" srcId="{D5D5EB25-BD4D-8644-9A60-C4EFE6F8398F}" destId="{8ED6B6A1-5700-F949-A471-B2494A5C4888}" srcOrd="11" destOrd="0" presId="urn:microsoft.com/office/officeart/2005/8/layout/list1"/>
    <dgm:cxn modelId="{A7C48026-E6B5-0643-A070-6904ACCB3696}" type="presParOf" srcId="{D5D5EB25-BD4D-8644-9A60-C4EFE6F8398F}" destId="{F9388117-2F5E-AF49-BEAD-2BCF2353B57C}" srcOrd="12" destOrd="0" presId="urn:microsoft.com/office/officeart/2005/8/layout/list1"/>
    <dgm:cxn modelId="{FA86DFFB-4F8B-514C-A4C3-5AA3371EA584}" type="presParOf" srcId="{F9388117-2F5E-AF49-BEAD-2BCF2353B57C}" destId="{5541C2DA-2DAD-A04A-BBD3-F4F9EAD4465F}" srcOrd="0" destOrd="0" presId="urn:microsoft.com/office/officeart/2005/8/layout/list1"/>
    <dgm:cxn modelId="{25ED7286-180C-9D41-A23C-0950031AAEDF}" type="presParOf" srcId="{F9388117-2F5E-AF49-BEAD-2BCF2353B57C}" destId="{B1E071FC-0BD0-F54F-B80A-741514843F33}" srcOrd="1" destOrd="0" presId="urn:microsoft.com/office/officeart/2005/8/layout/list1"/>
    <dgm:cxn modelId="{07FED487-8DC4-F746-8243-F68F8CBFA7C6}" type="presParOf" srcId="{D5D5EB25-BD4D-8644-9A60-C4EFE6F8398F}" destId="{9C533B7A-ED16-3442-A226-B04C54562CCC}" srcOrd="13" destOrd="0" presId="urn:microsoft.com/office/officeart/2005/8/layout/list1"/>
    <dgm:cxn modelId="{D3DC354F-A6C6-634F-B5B7-681E74746AB9}" type="presParOf" srcId="{D5D5EB25-BD4D-8644-9A60-C4EFE6F8398F}" destId="{CF9D739F-8732-7F4C-A3A7-7C0B25C57FB8}" srcOrd="14" destOrd="0" presId="urn:microsoft.com/office/officeart/2005/8/layout/list1"/>
    <dgm:cxn modelId="{0B45ECBE-4709-344C-92A8-EABA0967E329}" type="presParOf" srcId="{D5D5EB25-BD4D-8644-9A60-C4EFE6F8398F}" destId="{2B0B1760-E41C-914B-8FE3-8217717A062A}" srcOrd="15" destOrd="0" presId="urn:microsoft.com/office/officeart/2005/8/layout/list1"/>
    <dgm:cxn modelId="{AFEF9237-C419-4C4F-8337-834B58706174}" type="presParOf" srcId="{D5D5EB25-BD4D-8644-9A60-C4EFE6F8398F}" destId="{1C5357BB-A437-F840-842F-C34414A48705}" srcOrd="16" destOrd="0" presId="urn:microsoft.com/office/officeart/2005/8/layout/list1"/>
    <dgm:cxn modelId="{C6654A31-FDAF-4B44-A58D-945AF512E480}" type="presParOf" srcId="{1C5357BB-A437-F840-842F-C34414A48705}" destId="{FC435BEB-005B-8C4D-A3F9-2CBE388ECB8E}" srcOrd="0" destOrd="0" presId="urn:microsoft.com/office/officeart/2005/8/layout/list1"/>
    <dgm:cxn modelId="{45BCC774-361A-F84F-AA5A-DBF46ABC0CEB}" type="presParOf" srcId="{1C5357BB-A437-F840-842F-C34414A48705}" destId="{349FC4D6-EFA3-6C41-B03A-40142C6C6521}" srcOrd="1" destOrd="0" presId="urn:microsoft.com/office/officeart/2005/8/layout/list1"/>
    <dgm:cxn modelId="{EBEAA1E8-3068-9643-B592-C9AF5BA3A643}" type="presParOf" srcId="{D5D5EB25-BD4D-8644-9A60-C4EFE6F8398F}" destId="{E47CF92A-657C-8D43-9698-4314657351C8}" srcOrd="17" destOrd="0" presId="urn:microsoft.com/office/officeart/2005/8/layout/list1"/>
    <dgm:cxn modelId="{CE8C8D2E-BE2A-7E47-B44C-4E7E0AE69D7E}" type="presParOf" srcId="{D5D5EB25-BD4D-8644-9A60-C4EFE6F8398F}" destId="{96B62C86-F72D-C047-ACF8-7F715CC0BAB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615C0F-8E30-E047-AE17-E93C27AFD686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49ECC3DA-F8E8-FF4D-8629-CB881138A308}">
      <dgm:prSet phldrT="[Texto]"/>
      <dgm:spPr/>
      <dgm:t>
        <a:bodyPr/>
        <a:lstStyle/>
        <a:p>
          <a:pPr>
            <a:defRPr b="1"/>
          </a:pPr>
          <a:r>
            <a:rPr lang="es-ES"/>
            <a:t>Administrador</a:t>
          </a:r>
        </a:p>
      </dgm:t>
    </dgm:pt>
    <dgm:pt modelId="{E4AEDD5E-D407-A742-BB2B-E9B45481914A}" type="parTrans" cxnId="{EF0312C9-B25B-B34C-BF7E-E4333B0B1BD8}">
      <dgm:prSet/>
      <dgm:spPr/>
      <dgm:t>
        <a:bodyPr/>
        <a:lstStyle/>
        <a:p>
          <a:endParaRPr lang="es-ES"/>
        </a:p>
      </dgm:t>
    </dgm:pt>
    <dgm:pt modelId="{A07157D7-91D9-FB4F-8D46-844F444F9BCC}" type="sibTrans" cxnId="{EF0312C9-B25B-B34C-BF7E-E4333B0B1BD8}">
      <dgm:prSet/>
      <dgm:spPr/>
      <dgm:t>
        <a:bodyPr/>
        <a:lstStyle/>
        <a:p>
          <a:endParaRPr lang="es-ES"/>
        </a:p>
      </dgm:t>
    </dgm:pt>
    <dgm:pt modelId="{EDEC5688-7C94-5B4B-B359-4B297D5F919F}">
      <dgm:prSet phldrT="[Texto]"/>
      <dgm:spPr/>
      <dgm:t>
        <a:bodyPr/>
        <a:lstStyle/>
        <a:p>
          <a:r>
            <a:rPr lang="es-ES" dirty="0"/>
            <a:t>CRUD Usuarios</a:t>
          </a:r>
        </a:p>
      </dgm:t>
    </dgm:pt>
    <dgm:pt modelId="{F3010F8E-CF64-8845-970B-21E0FE5F52BB}" type="parTrans" cxnId="{DF0B514C-F208-7046-A51A-338BF8A8B79C}">
      <dgm:prSet/>
      <dgm:spPr/>
      <dgm:t>
        <a:bodyPr/>
        <a:lstStyle/>
        <a:p>
          <a:endParaRPr lang="es-ES"/>
        </a:p>
      </dgm:t>
    </dgm:pt>
    <dgm:pt modelId="{C4DC504C-EE42-3A44-A55A-D3A8B27F975F}" type="sibTrans" cxnId="{DF0B514C-F208-7046-A51A-338BF8A8B79C}">
      <dgm:prSet/>
      <dgm:spPr/>
      <dgm:t>
        <a:bodyPr/>
        <a:lstStyle/>
        <a:p>
          <a:endParaRPr lang="es-ES"/>
        </a:p>
      </dgm:t>
    </dgm:pt>
    <dgm:pt modelId="{DB5578DF-8007-D643-85FD-EFF939E91E20}">
      <dgm:prSet phldrT="[Texto]"/>
      <dgm:spPr/>
      <dgm:t>
        <a:bodyPr/>
        <a:lstStyle/>
        <a:p>
          <a:r>
            <a:rPr lang="es-ES" dirty="0"/>
            <a:t>Listado Usuarios</a:t>
          </a:r>
        </a:p>
      </dgm:t>
    </dgm:pt>
    <dgm:pt modelId="{20337014-CD18-AC4D-BE7E-B0CC3DCD0DA9}" type="parTrans" cxnId="{3AFDB63E-EB55-E749-9E29-78A5B1242157}">
      <dgm:prSet/>
      <dgm:spPr/>
      <dgm:t>
        <a:bodyPr/>
        <a:lstStyle/>
        <a:p>
          <a:endParaRPr lang="es-ES"/>
        </a:p>
      </dgm:t>
    </dgm:pt>
    <dgm:pt modelId="{AF7375CB-2397-5C4F-85B0-54E48898036A}" type="sibTrans" cxnId="{3AFDB63E-EB55-E749-9E29-78A5B1242157}">
      <dgm:prSet/>
      <dgm:spPr/>
      <dgm:t>
        <a:bodyPr/>
        <a:lstStyle/>
        <a:p>
          <a:endParaRPr lang="es-ES"/>
        </a:p>
      </dgm:t>
    </dgm:pt>
    <dgm:pt modelId="{2A7350D0-9739-F24C-B012-D7CB374C73B8}">
      <dgm:prSet phldrT="[Texto]"/>
      <dgm:spPr/>
      <dgm:t>
        <a:bodyPr/>
        <a:lstStyle/>
        <a:p>
          <a:pPr>
            <a:defRPr b="1"/>
          </a:pPr>
          <a:r>
            <a:rPr lang="es-ES" dirty="0"/>
            <a:t>Dirección</a:t>
          </a:r>
        </a:p>
      </dgm:t>
    </dgm:pt>
    <dgm:pt modelId="{5552103E-ED63-E240-A60C-2F4E426A8776}" type="parTrans" cxnId="{B4EB7795-16FD-EB4B-8E91-770FDB5B4F0A}">
      <dgm:prSet/>
      <dgm:spPr/>
      <dgm:t>
        <a:bodyPr/>
        <a:lstStyle/>
        <a:p>
          <a:endParaRPr lang="es-ES"/>
        </a:p>
      </dgm:t>
    </dgm:pt>
    <dgm:pt modelId="{F3B17912-F10F-404E-9A44-478CA4E2D98A}" type="sibTrans" cxnId="{B4EB7795-16FD-EB4B-8E91-770FDB5B4F0A}">
      <dgm:prSet/>
      <dgm:spPr/>
      <dgm:t>
        <a:bodyPr/>
        <a:lstStyle/>
        <a:p>
          <a:endParaRPr lang="es-ES"/>
        </a:p>
      </dgm:t>
    </dgm:pt>
    <dgm:pt modelId="{B4079FD6-D218-9A4D-9802-50E46EB4FB8A}">
      <dgm:prSet phldrT="[Texto]"/>
      <dgm:spPr/>
      <dgm:t>
        <a:bodyPr/>
        <a:lstStyle/>
        <a:p>
          <a:r>
            <a:rPr lang="es-ES" dirty="0"/>
            <a:t>Crear usuarios</a:t>
          </a:r>
        </a:p>
      </dgm:t>
    </dgm:pt>
    <dgm:pt modelId="{71586EBC-A55B-D84C-BE35-975833F72480}" type="parTrans" cxnId="{E8F61497-E674-CF41-8C66-7E837408379F}">
      <dgm:prSet/>
      <dgm:spPr/>
      <dgm:t>
        <a:bodyPr/>
        <a:lstStyle/>
        <a:p>
          <a:endParaRPr lang="es-ES"/>
        </a:p>
      </dgm:t>
    </dgm:pt>
    <dgm:pt modelId="{4EC6C57C-A179-9E4F-AF83-751C9B5A9A6C}" type="sibTrans" cxnId="{E8F61497-E674-CF41-8C66-7E837408379F}">
      <dgm:prSet/>
      <dgm:spPr/>
      <dgm:t>
        <a:bodyPr/>
        <a:lstStyle/>
        <a:p>
          <a:endParaRPr lang="es-ES"/>
        </a:p>
      </dgm:t>
    </dgm:pt>
    <dgm:pt modelId="{12FFCD7B-9CA5-914F-8689-0565FAA0BE56}">
      <dgm:prSet phldrT="[Texto]"/>
      <dgm:spPr/>
      <dgm:t>
        <a:bodyPr/>
        <a:lstStyle/>
        <a:p>
          <a:r>
            <a:rPr lang="es-ES" dirty="0"/>
            <a:t>CRUD turnos</a:t>
          </a:r>
        </a:p>
      </dgm:t>
    </dgm:pt>
    <dgm:pt modelId="{865ADF92-4C6B-4841-8549-7629783BF9FA}" type="parTrans" cxnId="{D6AD049D-96B2-FA48-90C8-585864DBBA21}">
      <dgm:prSet/>
      <dgm:spPr/>
      <dgm:t>
        <a:bodyPr/>
        <a:lstStyle/>
        <a:p>
          <a:endParaRPr lang="es-ES"/>
        </a:p>
      </dgm:t>
    </dgm:pt>
    <dgm:pt modelId="{5E38201D-3E26-864B-B1BF-50D85A5FED69}" type="sibTrans" cxnId="{D6AD049D-96B2-FA48-90C8-585864DBBA21}">
      <dgm:prSet/>
      <dgm:spPr/>
      <dgm:t>
        <a:bodyPr/>
        <a:lstStyle/>
        <a:p>
          <a:endParaRPr lang="es-ES"/>
        </a:p>
      </dgm:t>
    </dgm:pt>
    <dgm:pt modelId="{A1813A9E-20C5-7C4A-9248-80931DA4CAE3}">
      <dgm:prSet/>
      <dgm:spPr/>
      <dgm:t>
        <a:bodyPr/>
        <a:lstStyle/>
        <a:p>
          <a:pPr>
            <a:defRPr b="1"/>
          </a:pPr>
          <a:r>
            <a:rPr lang="es-ES" dirty="0"/>
            <a:t>Profesional</a:t>
          </a:r>
        </a:p>
      </dgm:t>
    </dgm:pt>
    <dgm:pt modelId="{10F4C5A3-5249-AC41-9815-BBDFF90C36E8}" type="parTrans" cxnId="{62A66DEB-AC34-9942-9C2F-618EE87EB7EA}">
      <dgm:prSet/>
      <dgm:spPr/>
      <dgm:t>
        <a:bodyPr/>
        <a:lstStyle/>
        <a:p>
          <a:endParaRPr lang="es-ES"/>
        </a:p>
      </dgm:t>
    </dgm:pt>
    <dgm:pt modelId="{42A8345D-D423-1640-B835-8E922A193533}" type="sibTrans" cxnId="{62A66DEB-AC34-9942-9C2F-618EE87EB7EA}">
      <dgm:prSet/>
      <dgm:spPr/>
      <dgm:t>
        <a:bodyPr/>
        <a:lstStyle/>
        <a:p>
          <a:endParaRPr lang="en-US"/>
        </a:p>
      </dgm:t>
    </dgm:pt>
    <dgm:pt modelId="{4A6B0825-C147-F14F-99DE-41367E2077A2}">
      <dgm:prSet phldrT="[Texto]"/>
      <dgm:spPr/>
      <dgm:t>
        <a:bodyPr/>
        <a:lstStyle/>
        <a:p>
          <a:r>
            <a:rPr lang="es-ES" dirty="0"/>
            <a:t>Crear PDF situacionales</a:t>
          </a:r>
        </a:p>
      </dgm:t>
    </dgm:pt>
    <dgm:pt modelId="{C1E08ABF-7E12-3A4C-B9E6-A6991A202C21}" type="parTrans" cxnId="{7D708EE2-0621-D04A-BDB2-46B343B66044}">
      <dgm:prSet/>
      <dgm:spPr/>
      <dgm:t>
        <a:bodyPr/>
        <a:lstStyle/>
        <a:p>
          <a:endParaRPr lang="es-ES"/>
        </a:p>
      </dgm:t>
    </dgm:pt>
    <dgm:pt modelId="{C6D97E7E-C9EB-8E4C-87E7-A913C8306BDF}" type="sibTrans" cxnId="{7D708EE2-0621-D04A-BDB2-46B343B66044}">
      <dgm:prSet/>
      <dgm:spPr/>
      <dgm:t>
        <a:bodyPr/>
        <a:lstStyle/>
        <a:p>
          <a:endParaRPr lang="en-US"/>
        </a:p>
      </dgm:t>
    </dgm:pt>
    <dgm:pt modelId="{48216F46-46B6-7F46-B190-593F181BB17D}">
      <dgm:prSet phldrT="[Texto]"/>
      <dgm:spPr/>
      <dgm:t>
        <a:bodyPr/>
        <a:lstStyle/>
        <a:p>
          <a:r>
            <a:rPr lang="es-ES" dirty="0"/>
            <a:t>Notificaciones cambios</a:t>
          </a:r>
        </a:p>
      </dgm:t>
    </dgm:pt>
    <dgm:pt modelId="{CFCEA935-4FCE-4540-A7F6-00B1AA6EFB42}" type="parTrans" cxnId="{4192D2A3-88E1-4A43-9004-895C39238ABB}">
      <dgm:prSet/>
      <dgm:spPr/>
      <dgm:t>
        <a:bodyPr/>
        <a:lstStyle/>
        <a:p>
          <a:endParaRPr lang="es-ES"/>
        </a:p>
      </dgm:t>
    </dgm:pt>
    <dgm:pt modelId="{DD417189-2BE6-674B-AABA-0BAAA5F431A6}" type="sibTrans" cxnId="{4192D2A3-88E1-4A43-9004-895C39238ABB}">
      <dgm:prSet/>
      <dgm:spPr/>
      <dgm:t>
        <a:bodyPr/>
        <a:lstStyle/>
        <a:p>
          <a:endParaRPr lang="en-US"/>
        </a:p>
      </dgm:t>
    </dgm:pt>
    <dgm:pt modelId="{61B6127E-272E-7F4F-B429-290256B7BE98}">
      <dgm:prSet/>
      <dgm:spPr/>
      <dgm:t>
        <a:bodyPr/>
        <a:lstStyle/>
        <a:p>
          <a:r>
            <a:rPr lang="es-ES" dirty="0"/>
            <a:t>Consultar cuadrante</a:t>
          </a:r>
        </a:p>
      </dgm:t>
    </dgm:pt>
    <dgm:pt modelId="{8F475432-A8B7-094B-BA9B-576CEACC1F62}" type="parTrans" cxnId="{EEBD0CE0-FCFA-C24B-989F-2C1E69E90943}">
      <dgm:prSet/>
      <dgm:spPr/>
      <dgm:t>
        <a:bodyPr/>
        <a:lstStyle/>
        <a:p>
          <a:endParaRPr lang="es-ES"/>
        </a:p>
      </dgm:t>
    </dgm:pt>
    <dgm:pt modelId="{24B2CD5E-CC96-CE49-BF46-8F75A6A93946}" type="sibTrans" cxnId="{EEBD0CE0-FCFA-C24B-989F-2C1E69E90943}">
      <dgm:prSet/>
      <dgm:spPr/>
      <dgm:t>
        <a:bodyPr/>
        <a:lstStyle/>
        <a:p>
          <a:endParaRPr lang="en-US"/>
        </a:p>
      </dgm:t>
    </dgm:pt>
    <dgm:pt modelId="{A0B24C21-A3D0-794B-B1D1-C73212D4FF26}">
      <dgm:prSet/>
      <dgm:spPr/>
      <dgm:t>
        <a:bodyPr/>
        <a:lstStyle/>
        <a:p>
          <a:r>
            <a:rPr lang="es-ES" dirty="0"/>
            <a:t>Solicitar/Aceptar/Rechazar cambio</a:t>
          </a:r>
        </a:p>
      </dgm:t>
    </dgm:pt>
    <dgm:pt modelId="{3F727242-B793-4340-AA5B-E931CD047F24}" type="parTrans" cxnId="{7E460C31-799B-6641-9F55-C5D02BDDFAD9}">
      <dgm:prSet/>
      <dgm:spPr/>
      <dgm:t>
        <a:bodyPr/>
        <a:lstStyle/>
        <a:p>
          <a:endParaRPr lang="es-ES"/>
        </a:p>
      </dgm:t>
    </dgm:pt>
    <dgm:pt modelId="{C54D5F39-3319-FD4B-BB14-FA67C942DA22}" type="sibTrans" cxnId="{7E460C31-799B-6641-9F55-C5D02BDDFAD9}">
      <dgm:prSet/>
      <dgm:spPr/>
      <dgm:t>
        <a:bodyPr/>
        <a:lstStyle/>
        <a:p>
          <a:endParaRPr lang="en-US"/>
        </a:p>
      </dgm:t>
    </dgm:pt>
    <dgm:pt modelId="{B442A158-F12F-ED49-848A-45097739C682}">
      <dgm:prSet/>
      <dgm:spPr/>
      <dgm:t>
        <a:bodyPr/>
        <a:lstStyle/>
        <a:p>
          <a:r>
            <a:rPr lang="es-ES" dirty="0"/>
            <a:t>Crear PDF con cuadrante</a:t>
          </a:r>
        </a:p>
      </dgm:t>
    </dgm:pt>
    <dgm:pt modelId="{BF12DFF5-0E8A-DE41-A1FD-5F4FCE75B140}" type="parTrans" cxnId="{F4681633-EA1F-E344-992E-CCCBCF2A99E4}">
      <dgm:prSet/>
      <dgm:spPr/>
      <dgm:t>
        <a:bodyPr/>
        <a:lstStyle/>
        <a:p>
          <a:endParaRPr lang="es-ES"/>
        </a:p>
      </dgm:t>
    </dgm:pt>
    <dgm:pt modelId="{3B851590-34F6-C448-B691-BB0AFF3706FB}" type="sibTrans" cxnId="{F4681633-EA1F-E344-992E-CCCBCF2A99E4}">
      <dgm:prSet/>
      <dgm:spPr/>
      <dgm:t>
        <a:bodyPr/>
        <a:lstStyle/>
        <a:p>
          <a:endParaRPr lang="en-US"/>
        </a:p>
      </dgm:t>
    </dgm:pt>
    <dgm:pt modelId="{859975AA-3919-A247-8600-4E9E6A2D74F6}">
      <dgm:prSet/>
      <dgm:spPr/>
      <dgm:t>
        <a:bodyPr/>
        <a:lstStyle/>
        <a:p>
          <a:r>
            <a:rPr lang="es-ES" dirty="0"/>
            <a:t>Notificaciones pendientes</a:t>
          </a:r>
        </a:p>
      </dgm:t>
    </dgm:pt>
    <dgm:pt modelId="{BC3B0E80-72D0-C440-9B58-0CE382A8816D}" type="parTrans" cxnId="{A70055CB-3336-4D47-9A40-F56B6A743DFD}">
      <dgm:prSet/>
      <dgm:spPr/>
      <dgm:t>
        <a:bodyPr/>
        <a:lstStyle/>
        <a:p>
          <a:endParaRPr lang="es-ES"/>
        </a:p>
      </dgm:t>
    </dgm:pt>
    <dgm:pt modelId="{81277CB9-3A21-B640-98C4-397EF230E2AC}" type="sibTrans" cxnId="{A70055CB-3336-4D47-9A40-F56B6A743DFD}">
      <dgm:prSet/>
      <dgm:spPr/>
      <dgm:t>
        <a:bodyPr/>
        <a:lstStyle/>
        <a:p>
          <a:endParaRPr lang="en-US"/>
        </a:p>
      </dgm:t>
    </dgm:pt>
    <dgm:pt modelId="{DB762571-389C-47D4-A3DB-06ACB2DF364F}" type="pres">
      <dgm:prSet presAssocID="{EA615C0F-8E30-E047-AE17-E93C27AFD686}" presName="root" presStyleCnt="0">
        <dgm:presLayoutVars>
          <dgm:dir/>
          <dgm:resizeHandles val="exact"/>
        </dgm:presLayoutVars>
      </dgm:prSet>
      <dgm:spPr/>
    </dgm:pt>
    <dgm:pt modelId="{99584E3D-B025-4F3E-BD48-A68B3824A70D}" type="pres">
      <dgm:prSet presAssocID="{49ECC3DA-F8E8-FF4D-8629-CB881138A308}" presName="compNode" presStyleCnt="0"/>
      <dgm:spPr/>
    </dgm:pt>
    <dgm:pt modelId="{6A7FC5ED-28CC-4739-9026-9BE8B6FF30FB}" type="pres">
      <dgm:prSet presAssocID="{49ECC3DA-F8E8-FF4D-8629-CB881138A30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BEEE83E0-4F5E-4B17-B8A0-181CC4AAAD03}" type="pres">
      <dgm:prSet presAssocID="{49ECC3DA-F8E8-FF4D-8629-CB881138A308}" presName="iconSpace" presStyleCnt="0"/>
      <dgm:spPr/>
    </dgm:pt>
    <dgm:pt modelId="{3759D657-402B-40CC-841B-D0CC88D2F8C8}" type="pres">
      <dgm:prSet presAssocID="{49ECC3DA-F8E8-FF4D-8629-CB881138A308}" presName="parTx" presStyleLbl="revTx" presStyleIdx="0" presStyleCnt="6">
        <dgm:presLayoutVars>
          <dgm:chMax val="0"/>
          <dgm:chPref val="0"/>
        </dgm:presLayoutVars>
      </dgm:prSet>
      <dgm:spPr/>
    </dgm:pt>
    <dgm:pt modelId="{A0C2F0C0-99CF-4135-815A-B7BC6DA53D0C}" type="pres">
      <dgm:prSet presAssocID="{49ECC3DA-F8E8-FF4D-8629-CB881138A308}" presName="txSpace" presStyleCnt="0"/>
      <dgm:spPr/>
    </dgm:pt>
    <dgm:pt modelId="{C4FE7637-AE82-4FE4-9EE6-2DAB1964FFC6}" type="pres">
      <dgm:prSet presAssocID="{49ECC3DA-F8E8-FF4D-8629-CB881138A308}" presName="desTx" presStyleLbl="revTx" presStyleIdx="1" presStyleCnt="6">
        <dgm:presLayoutVars/>
      </dgm:prSet>
      <dgm:spPr/>
    </dgm:pt>
    <dgm:pt modelId="{3EFD8D19-4C98-4A19-91CB-849943354055}" type="pres">
      <dgm:prSet presAssocID="{A07157D7-91D9-FB4F-8D46-844F444F9BCC}" presName="sibTrans" presStyleCnt="0"/>
      <dgm:spPr/>
    </dgm:pt>
    <dgm:pt modelId="{9460A2DE-9F75-47F0-B485-2C3FC5A64EDF}" type="pres">
      <dgm:prSet presAssocID="{2A7350D0-9739-F24C-B012-D7CB374C73B8}" presName="compNode" presStyleCnt="0"/>
      <dgm:spPr/>
    </dgm:pt>
    <dgm:pt modelId="{E7089913-8355-41B2-9D1C-D780145ED753}" type="pres">
      <dgm:prSet presAssocID="{2A7350D0-9739-F24C-B012-D7CB374C73B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DFDF9CC3-700F-4904-AE4E-122F899779D3}" type="pres">
      <dgm:prSet presAssocID="{2A7350D0-9739-F24C-B012-D7CB374C73B8}" presName="iconSpace" presStyleCnt="0"/>
      <dgm:spPr/>
    </dgm:pt>
    <dgm:pt modelId="{49378773-821E-40B1-AB6D-DDD3BC12828C}" type="pres">
      <dgm:prSet presAssocID="{2A7350D0-9739-F24C-B012-D7CB374C73B8}" presName="parTx" presStyleLbl="revTx" presStyleIdx="2" presStyleCnt="6">
        <dgm:presLayoutVars>
          <dgm:chMax val="0"/>
          <dgm:chPref val="0"/>
        </dgm:presLayoutVars>
      </dgm:prSet>
      <dgm:spPr/>
    </dgm:pt>
    <dgm:pt modelId="{87B348F1-34F0-49D2-9365-12581D396831}" type="pres">
      <dgm:prSet presAssocID="{2A7350D0-9739-F24C-B012-D7CB374C73B8}" presName="txSpace" presStyleCnt="0"/>
      <dgm:spPr/>
    </dgm:pt>
    <dgm:pt modelId="{55697FBF-27D0-4D8C-A1AE-D8ECC5509E87}" type="pres">
      <dgm:prSet presAssocID="{2A7350D0-9739-F24C-B012-D7CB374C73B8}" presName="desTx" presStyleLbl="revTx" presStyleIdx="3" presStyleCnt="6">
        <dgm:presLayoutVars/>
      </dgm:prSet>
      <dgm:spPr/>
    </dgm:pt>
    <dgm:pt modelId="{868C964F-A1A1-47A2-B6FA-E1DB1DCF2425}" type="pres">
      <dgm:prSet presAssocID="{F3B17912-F10F-404E-9A44-478CA4E2D98A}" presName="sibTrans" presStyleCnt="0"/>
      <dgm:spPr/>
    </dgm:pt>
    <dgm:pt modelId="{2FFF66B4-3299-417A-9806-47EF2D83487A}" type="pres">
      <dgm:prSet presAssocID="{A1813A9E-20C5-7C4A-9248-80931DA4CAE3}" presName="compNode" presStyleCnt="0"/>
      <dgm:spPr/>
    </dgm:pt>
    <dgm:pt modelId="{5D43B3A2-6DBD-4D0E-ADD9-C2CF23B1C017}" type="pres">
      <dgm:prSet presAssocID="{A1813A9E-20C5-7C4A-9248-80931DA4CAE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illo"/>
        </a:ext>
      </dgm:extLst>
    </dgm:pt>
    <dgm:pt modelId="{368C5A35-790C-47AE-B29D-B2879593CA6C}" type="pres">
      <dgm:prSet presAssocID="{A1813A9E-20C5-7C4A-9248-80931DA4CAE3}" presName="iconSpace" presStyleCnt="0"/>
      <dgm:spPr/>
    </dgm:pt>
    <dgm:pt modelId="{83956AB6-83F9-4BEE-A297-1BDC9464A795}" type="pres">
      <dgm:prSet presAssocID="{A1813A9E-20C5-7C4A-9248-80931DA4CAE3}" presName="parTx" presStyleLbl="revTx" presStyleIdx="4" presStyleCnt="6">
        <dgm:presLayoutVars>
          <dgm:chMax val="0"/>
          <dgm:chPref val="0"/>
        </dgm:presLayoutVars>
      </dgm:prSet>
      <dgm:spPr/>
    </dgm:pt>
    <dgm:pt modelId="{E80DA40C-31AC-496B-8E19-59CA97FE0936}" type="pres">
      <dgm:prSet presAssocID="{A1813A9E-20C5-7C4A-9248-80931DA4CAE3}" presName="txSpace" presStyleCnt="0"/>
      <dgm:spPr/>
    </dgm:pt>
    <dgm:pt modelId="{29E11301-C467-4D5F-9CF5-E24F99A44831}" type="pres">
      <dgm:prSet presAssocID="{A1813A9E-20C5-7C4A-9248-80931DA4CAE3}" presName="desTx" presStyleLbl="revTx" presStyleIdx="5" presStyleCnt="6">
        <dgm:presLayoutVars/>
      </dgm:prSet>
      <dgm:spPr/>
    </dgm:pt>
  </dgm:ptLst>
  <dgm:cxnLst>
    <dgm:cxn modelId="{D7F13419-30DC-4B47-9220-66B6B0439764}" type="presOf" srcId="{859975AA-3919-A247-8600-4E9E6A2D74F6}" destId="{29E11301-C467-4D5F-9CF5-E24F99A44831}" srcOrd="0" destOrd="3" presId="urn:microsoft.com/office/officeart/2018/2/layout/IconLabelDescriptionList"/>
    <dgm:cxn modelId="{CF2EDA1B-D136-C74C-830F-0B99729C53F2}" type="presOf" srcId="{EA615C0F-8E30-E047-AE17-E93C27AFD686}" destId="{DB762571-389C-47D4-A3DB-06ACB2DF364F}" srcOrd="0" destOrd="0" presId="urn:microsoft.com/office/officeart/2018/2/layout/IconLabelDescriptionList"/>
    <dgm:cxn modelId="{7E460C31-799B-6641-9F55-C5D02BDDFAD9}" srcId="{A1813A9E-20C5-7C4A-9248-80931DA4CAE3}" destId="{A0B24C21-A3D0-794B-B1D1-C73212D4FF26}" srcOrd="1" destOrd="0" parTransId="{3F727242-B793-4340-AA5B-E931CD047F24}" sibTransId="{C54D5F39-3319-FD4B-BB14-FA67C942DA22}"/>
    <dgm:cxn modelId="{F4681633-EA1F-E344-992E-CCCBCF2A99E4}" srcId="{A1813A9E-20C5-7C4A-9248-80931DA4CAE3}" destId="{B442A158-F12F-ED49-848A-45097739C682}" srcOrd="2" destOrd="0" parTransId="{BF12DFF5-0E8A-DE41-A1FD-5F4FCE75B140}" sibTransId="{3B851590-34F6-C448-B691-BB0AFF3706FB}"/>
    <dgm:cxn modelId="{C70DCA39-2D5C-A247-BFFA-EF6F03257542}" type="presOf" srcId="{B442A158-F12F-ED49-848A-45097739C682}" destId="{29E11301-C467-4D5F-9CF5-E24F99A44831}" srcOrd="0" destOrd="2" presId="urn:microsoft.com/office/officeart/2018/2/layout/IconLabelDescriptionList"/>
    <dgm:cxn modelId="{3AFDB63E-EB55-E749-9E29-78A5B1242157}" srcId="{49ECC3DA-F8E8-FF4D-8629-CB881138A308}" destId="{DB5578DF-8007-D643-85FD-EFF939E91E20}" srcOrd="1" destOrd="0" parTransId="{20337014-CD18-AC4D-BE7E-B0CC3DCD0DA9}" sibTransId="{AF7375CB-2397-5C4F-85B0-54E48898036A}"/>
    <dgm:cxn modelId="{DF0B514C-F208-7046-A51A-338BF8A8B79C}" srcId="{49ECC3DA-F8E8-FF4D-8629-CB881138A308}" destId="{EDEC5688-7C94-5B4B-B359-4B297D5F919F}" srcOrd="0" destOrd="0" parTransId="{F3010F8E-CF64-8845-970B-21E0FE5F52BB}" sibTransId="{C4DC504C-EE42-3A44-A55A-D3A8B27F975F}"/>
    <dgm:cxn modelId="{81DFC174-FBAF-884E-B289-0C7C6005BA4E}" type="presOf" srcId="{48216F46-46B6-7F46-B190-593F181BB17D}" destId="{55697FBF-27D0-4D8C-A1AE-D8ECC5509E87}" srcOrd="0" destOrd="2" presId="urn:microsoft.com/office/officeart/2018/2/layout/IconLabelDescriptionList"/>
    <dgm:cxn modelId="{EB824283-5734-DF48-9C15-2072CACE2A57}" type="presOf" srcId="{4A6B0825-C147-F14F-99DE-41367E2077A2}" destId="{55697FBF-27D0-4D8C-A1AE-D8ECC5509E87}" srcOrd="0" destOrd="3" presId="urn:microsoft.com/office/officeart/2018/2/layout/IconLabelDescriptionList"/>
    <dgm:cxn modelId="{D26E9286-7114-294D-8F75-DB90E70AE02D}" type="presOf" srcId="{B4079FD6-D218-9A4D-9802-50E46EB4FB8A}" destId="{55697FBF-27D0-4D8C-A1AE-D8ECC5509E87}" srcOrd="0" destOrd="0" presId="urn:microsoft.com/office/officeart/2018/2/layout/IconLabelDescriptionList"/>
    <dgm:cxn modelId="{33B0E788-A277-1C40-A231-4D903D8572AF}" type="presOf" srcId="{61B6127E-272E-7F4F-B429-290256B7BE98}" destId="{29E11301-C467-4D5F-9CF5-E24F99A44831}" srcOrd="0" destOrd="0" presId="urn:microsoft.com/office/officeart/2018/2/layout/IconLabelDescriptionList"/>
    <dgm:cxn modelId="{951DC891-539C-FC46-AA38-F4321C51CA00}" type="presOf" srcId="{EDEC5688-7C94-5B4B-B359-4B297D5F919F}" destId="{C4FE7637-AE82-4FE4-9EE6-2DAB1964FFC6}" srcOrd="0" destOrd="0" presId="urn:microsoft.com/office/officeart/2018/2/layout/IconLabelDescriptionList"/>
    <dgm:cxn modelId="{72872C94-659F-474A-9B9A-DC4A49C76264}" type="presOf" srcId="{A1813A9E-20C5-7C4A-9248-80931DA4CAE3}" destId="{83956AB6-83F9-4BEE-A297-1BDC9464A795}" srcOrd="0" destOrd="0" presId="urn:microsoft.com/office/officeart/2018/2/layout/IconLabelDescriptionList"/>
    <dgm:cxn modelId="{B4EB7795-16FD-EB4B-8E91-770FDB5B4F0A}" srcId="{EA615C0F-8E30-E047-AE17-E93C27AFD686}" destId="{2A7350D0-9739-F24C-B012-D7CB374C73B8}" srcOrd="1" destOrd="0" parTransId="{5552103E-ED63-E240-A60C-2F4E426A8776}" sibTransId="{F3B17912-F10F-404E-9A44-478CA4E2D98A}"/>
    <dgm:cxn modelId="{E8F61497-E674-CF41-8C66-7E837408379F}" srcId="{2A7350D0-9739-F24C-B012-D7CB374C73B8}" destId="{B4079FD6-D218-9A4D-9802-50E46EB4FB8A}" srcOrd="0" destOrd="0" parTransId="{71586EBC-A55B-D84C-BE35-975833F72480}" sibTransId="{4EC6C57C-A179-9E4F-AF83-751C9B5A9A6C}"/>
    <dgm:cxn modelId="{3941E09B-E016-FD4A-BB66-A95BFB823E5B}" type="presOf" srcId="{2A7350D0-9739-F24C-B012-D7CB374C73B8}" destId="{49378773-821E-40B1-AB6D-DDD3BC12828C}" srcOrd="0" destOrd="0" presId="urn:microsoft.com/office/officeart/2018/2/layout/IconLabelDescriptionList"/>
    <dgm:cxn modelId="{D6AD049D-96B2-FA48-90C8-585864DBBA21}" srcId="{2A7350D0-9739-F24C-B012-D7CB374C73B8}" destId="{12FFCD7B-9CA5-914F-8689-0565FAA0BE56}" srcOrd="1" destOrd="0" parTransId="{865ADF92-4C6B-4841-8549-7629783BF9FA}" sibTransId="{5E38201D-3E26-864B-B1BF-50D85A5FED69}"/>
    <dgm:cxn modelId="{1674A7A3-8647-B847-846D-ADDCCFF4A160}" type="presOf" srcId="{A0B24C21-A3D0-794B-B1D1-C73212D4FF26}" destId="{29E11301-C467-4D5F-9CF5-E24F99A44831}" srcOrd="0" destOrd="1" presId="urn:microsoft.com/office/officeart/2018/2/layout/IconLabelDescriptionList"/>
    <dgm:cxn modelId="{4192D2A3-88E1-4A43-9004-895C39238ABB}" srcId="{2A7350D0-9739-F24C-B012-D7CB374C73B8}" destId="{48216F46-46B6-7F46-B190-593F181BB17D}" srcOrd="2" destOrd="0" parTransId="{CFCEA935-4FCE-4540-A7F6-00B1AA6EFB42}" sibTransId="{DD417189-2BE6-674B-AABA-0BAAA5F431A6}"/>
    <dgm:cxn modelId="{0D2584A7-3C23-5B41-AF90-3103BF2E89E3}" type="presOf" srcId="{DB5578DF-8007-D643-85FD-EFF939E91E20}" destId="{C4FE7637-AE82-4FE4-9EE6-2DAB1964FFC6}" srcOrd="0" destOrd="1" presId="urn:microsoft.com/office/officeart/2018/2/layout/IconLabelDescriptionList"/>
    <dgm:cxn modelId="{ED2D7EAF-7D27-994B-968B-F4A2A756BD6B}" type="presOf" srcId="{49ECC3DA-F8E8-FF4D-8629-CB881138A308}" destId="{3759D657-402B-40CC-841B-D0CC88D2F8C8}" srcOrd="0" destOrd="0" presId="urn:microsoft.com/office/officeart/2018/2/layout/IconLabelDescriptionList"/>
    <dgm:cxn modelId="{EF0312C9-B25B-B34C-BF7E-E4333B0B1BD8}" srcId="{EA615C0F-8E30-E047-AE17-E93C27AFD686}" destId="{49ECC3DA-F8E8-FF4D-8629-CB881138A308}" srcOrd="0" destOrd="0" parTransId="{E4AEDD5E-D407-A742-BB2B-E9B45481914A}" sibTransId="{A07157D7-91D9-FB4F-8D46-844F444F9BCC}"/>
    <dgm:cxn modelId="{A70055CB-3336-4D47-9A40-F56B6A743DFD}" srcId="{A1813A9E-20C5-7C4A-9248-80931DA4CAE3}" destId="{859975AA-3919-A247-8600-4E9E6A2D74F6}" srcOrd="3" destOrd="0" parTransId="{BC3B0E80-72D0-C440-9B58-0CE382A8816D}" sibTransId="{81277CB9-3A21-B640-98C4-397EF230E2AC}"/>
    <dgm:cxn modelId="{EEBD0CE0-FCFA-C24B-989F-2C1E69E90943}" srcId="{A1813A9E-20C5-7C4A-9248-80931DA4CAE3}" destId="{61B6127E-272E-7F4F-B429-290256B7BE98}" srcOrd="0" destOrd="0" parTransId="{8F475432-A8B7-094B-BA9B-576CEACC1F62}" sibTransId="{24B2CD5E-CC96-CE49-BF46-8F75A6A93946}"/>
    <dgm:cxn modelId="{7D708EE2-0621-D04A-BDB2-46B343B66044}" srcId="{2A7350D0-9739-F24C-B012-D7CB374C73B8}" destId="{4A6B0825-C147-F14F-99DE-41367E2077A2}" srcOrd="3" destOrd="0" parTransId="{C1E08ABF-7E12-3A4C-B9E6-A6991A202C21}" sibTransId="{C6D97E7E-C9EB-8E4C-87E7-A913C8306BDF}"/>
    <dgm:cxn modelId="{7E1C34E9-A419-2A45-A9EB-1FB3435AE340}" type="presOf" srcId="{12FFCD7B-9CA5-914F-8689-0565FAA0BE56}" destId="{55697FBF-27D0-4D8C-A1AE-D8ECC5509E87}" srcOrd="0" destOrd="1" presId="urn:microsoft.com/office/officeart/2018/2/layout/IconLabelDescriptionList"/>
    <dgm:cxn modelId="{62A66DEB-AC34-9942-9C2F-618EE87EB7EA}" srcId="{EA615C0F-8E30-E047-AE17-E93C27AFD686}" destId="{A1813A9E-20C5-7C4A-9248-80931DA4CAE3}" srcOrd="2" destOrd="0" parTransId="{10F4C5A3-5249-AC41-9815-BBDFF90C36E8}" sibTransId="{42A8345D-D423-1640-B835-8E922A193533}"/>
    <dgm:cxn modelId="{7FA201B2-8DB9-8E46-AAAE-629C3059DE36}" type="presParOf" srcId="{DB762571-389C-47D4-A3DB-06ACB2DF364F}" destId="{99584E3D-B025-4F3E-BD48-A68B3824A70D}" srcOrd="0" destOrd="0" presId="urn:microsoft.com/office/officeart/2018/2/layout/IconLabelDescriptionList"/>
    <dgm:cxn modelId="{DDEC124B-3602-B747-BE94-C6B1A6E47CD3}" type="presParOf" srcId="{99584E3D-B025-4F3E-BD48-A68B3824A70D}" destId="{6A7FC5ED-28CC-4739-9026-9BE8B6FF30FB}" srcOrd="0" destOrd="0" presId="urn:microsoft.com/office/officeart/2018/2/layout/IconLabelDescriptionList"/>
    <dgm:cxn modelId="{D968A75C-1C75-B04A-912C-1F58B1C931FB}" type="presParOf" srcId="{99584E3D-B025-4F3E-BD48-A68B3824A70D}" destId="{BEEE83E0-4F5E-4B17-B8A0-181CC4AAAD03}" srcOrd="1" destOrd="0" presId="urn:microsoft.com/office/officeart/2018/2/layout/IconLabelDescriptionList"/>
    <dgm:cxn modelId="{8B0BA063-AC12-C346-87A0-1E6DAC7F7D3B}" type="presParOf" srcId="{99584E3D-B025-4F3E-BD48-A68B3824A70D}" destId="{3759D657-402B-40CC-841B-D0CC88D2F8C8}" srcOrd="2" destOrd="0" presId="urn:microsoft.com/office/officeart/2018/2/layout/IconLabelDescriptionList"/>
    <dgm:cxn modelId="{206E31F1-CA82-224B-A99F-3A8145862979}" type="presParOf" srcId="{99584E3D-B025-4F3E-BD48-A68B3824A70D}" destId="{A0C2F0C0-99CF-4135-815A-B7BC6DA53D0C}" srcOrd="3" destOrd="0" presId="urn:microsoft.com/office/officeart/2018/2/layout/IconLabelDescriptionList"/>
    <dgm:cxn modelId="{DB8CFB9A-B076-4948-86CD-6E712C9C689D}" type="presParOf" srcId="{99584E3D-B025-4F3E-BD48-A68B3824A70D}" destId="{C4FE7637-AE82-4FE4-9EE6-2DAB1964FFC6}" srcOrd="4" destOrd="0" presId="urn:microsoft.com/office/officeart/2018/2/layout/IconLabelDescriptionList"/>
    <dgm:cxn modelId="{487A685F-BDF5-B940-B17C-CF753D1DB7D6}" type="presParOf" srcId="{DB762571-389C-47D4-A3DB-06ACB2DF364F}" destId="{3EFD8D19-4C98-4A19-91CB-849943354055}" srcOrd="1" destOrd="0" presId="urn:microsoft.com/office/officeart/2018/2/layout/IconLabelDescriptionList"/>
    <dgm:cxn modelId="{4CC512B0-224A-154C-B591-6635C20DDADF}" type="presParOf" srcId="{DB762571-389C-47D4-A3DB-06ACB2DF364F}" destId="{9460A2DE-9F75-47F0-B485-2C3FC5A64EDF}" srcOrd="2" destOrd="0" presId="urn:microsoft.com/office/officeart/2018/2/layout/IconLabelDescriptionList"/>
    <dgm:cxn modelId="{98F83F6D-B529-9F46-812F-E03B841AD33E}" type="presParOf" srcId="{9460A2DE-9F75-47F0-B485-2C3FC5A64EDF}" destId="{E7089913-8355-41B2-9D1C-D780145ED753}" srcOrd="0" destOrd="0" presId="urn:microsoft.com/office/officeart/2018/2/layout/IconLabelDescriptionList"/>
    <dgm:cxn modelId="{F487BF00-50A2-2648-94C9-F0CA8C272431}" type="presParOf" srcId="{9460A2DE-9F75-47F0-B485-2C3FC5A64EDF}" destId="{DFDF9CC3-700F-4904-AE4E-122F899779D3}" srcOrd="1" destOrd="0" presId="urn:microsoft.com/office/officeart/2018/2/layout/IconLabelDescriptionList"/>
    <dgm:cxn modelId="{001A011A-EC29-BC4B-A5AC-8AD1BCF72095}" type="presParOf" srcId="{9460A2DE-9F75-47F0-B485-2C3FC5A64EDF}" destId="{49378773-821E-40B1-AB6D-DDD3BC12828C}" srcOrd="2" destOrd="0" presId="urn:microsoft.com/office/officeart/2018/2/layout/IconLabelDescriptionList"/>
    <dgm:cxn modelId="{CA035ACF-B8FD-9449-9B66-189BE891D0A4}" type="presParOf" srcId="{9460A2DE-9F75-47F0-B485-2C3FC5A64EDF}" destId="{87B348F1-34F0-49D2-9365-12581D396831}" srcOrd="3" destOrd="0" presId="urn:microsoft.com/office/officeart/2018/2/layout/IconLabelDescriptionList"/>
    <dgm:cxn modelId="{09914EDC-4FBC-F14D-A9C7-2F6378894A2A}" type="presParOf" srcId="{9460A2DE-9F75-47F0-B485-2C3FC5A64EDF}" destId="{55697FBF-27D0-4D8C-A1AE-D8ECC5509E87}" srcOrd="4" destOrd="0" presId="urn:microsoft.com/office/officeart/2018/2/layout/IconLabelDescriptionList"/>
    <dgm:cxn modelId="{203AFD37-A7EE-9443-858B-4CF38C7D2CDB}" type="presParOf" srcId="{DB762571-389C-47D4-A3DB-06ACB2DF364F}" destId="{868C964F-A1A1-47A2-B6FA-E1DB1DCF2425}" srcOrd="3" destOrd="0" presId="urn:microsoft.com/office/officeart/2018/2/layout/IconLabelDescriptionList"/>
    <dgm:cxn modelId="{04002E30-B7A1-6547-A57A-5C3217A43C6F}" type="presParOf" srcId="{DB762571-389C-47D4-A3DB-06ACB2DF364F}" destId="{2FFF66B4-3299-417A-9806-47EF2D83487A}" srcOrd="4" destOrd="0" presId="urn:microsoft.com/office/officeart/2018/2/layout/IconLabelDescriptionList"/>
    <dgm:cxn modelId="{4767C568-0635-624C-A3CD-E85849172917}" type="presParOf" srcId="{2FFF66B4-3299-417A-9806-47EF2D83487A}" destId="{5D43B3A2-6DBD-4D0E-ADD9-C2CF23B1C017}" srcOrd="0" destOrd="0" presId="urn:microsoft.com/office/officeart/2018/2/layout/IconLabelDescriptionList"/>
    <dgm:cxn modelId="{3D1ECD71-4E11-244A-86D9-F2954E46B8E2}" type="presParOf" srcId="{2FFF66B4-3299-417A-9806-47EF2D83487A}" destId="{368C5A35-790C-47AE-B29D-B2879593CA6C}" srcOrd="1" destOrd="0" presId="urn:microsoft.com/office/officeart/2018/2/layout/IconLabelDescriptionList"/>
    <dgm:cxn modelId="{EAF94920-5133-344A-BA67-D029E242F7C8}" type="presParOf" srcId="{2FFF66B4-3299-417A-9806-47EF2D83487A}" destId="{83956AB6-83F9-4BEE-A297-1BDC9464A795}" srcOrd="2" destOrd="0" presId="urn:microsoft.com/office/officeart/2018/2/layout/IconLabelDescriptionList"/>
    <dgm:cxn modelId="{883501F1-6E58-3E49-BDF8-3C412E606A2F}" type="presParOf" srcId="{2FFF66B4-3299-417A-9806-47EF2D83487A}" destId="{E80DA40C-31AC-496B-8E19-59CA97FE0936}" srcOrd="3" destOrd="0" presId="urn:microsoft.com/office/officeart/2018/2/layout/IconLabelDescriptionList"/>
    <dgm:cxn modelId="{A56234C4-D3FE-E241-A5A5-31A1A2E9E536}" type="presParOf" srcId="{2FFF66B4-3299-417A-9806-47EF2D83487A}" destId="{29E11301-C467-4D5F-9CF5-E24F99A4483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4115ED-6B25-C647-BFD5-A7AC904C9BB5}">
      <dsp:nvSpPr>
        <dsp:cNvPr id="0" name=""/>
        <dsp:cNvSpPr/>
      </dsp:nvSpPr>
      <dsp:spPr>
        <a:xfrm>
          <a:off x="145" y="1283059"/>
          <a:ext cx="1752197" cy="210263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078" tIns="0" rIns="173078" bIns="33020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Falta de información en tiempo real para el profesional</a:t>
          </a:r>
        </a:p>
      </dsp:txBody>
      <dsp:txXfrm>
        <a:off x="145" y="2124114"/>
        <a:ext cx="1752197" cy="1261581"/>
      </dsp:txXfrm>
    </dsp:sp>
    <dsp:sp modelId="{EB5DE135-8BFF-384D-9641-D979BE7EEC56}">
      <dsp:nvSpPr>
        <dsp:cNvPr id="0" name=""/>
        <dsp:cNvSpPr/>
      </dsp:nvSpPr>
      <dsp:spPr>
        <a:xfrm>
          <a:off x="145" y="1283059"/>
          <a:ext cx="1752197" cy="841054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078" tIns="165100" rIns="173078" bIns="16510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/>
            <a:t>01</a:t>
          </a:r>
        </a:p>
      </dsp:txBody>
      <dsp:txXfrm>
        <a:off x="145" y="1283059"/>
        <a:ext cx="1752197" cy="841054"/>
      </dsp:txXfrm>
    </dsp:sp>
    <dsp:sp modelId="{D3D43ED7-61E0-534D-A9C1-0607EE086919}">
      <dsp:nvSpPr>
        <dsp:cNvPr id="0" name=""/>
        <dsp:cNvSpPr/>
      </dsp:nvSpPr>
      <dsp:spPr>
        <a:xfrm>
          <a:off x="1892517" y="1283059"/>
          <a:ext cx="1752197" cy="210263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078" tIns="0" rIns="173078" bIns="33020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Retraso en activación de recursos 061</a:t>
          </a:r>
        </a:p>
      </dsp:txBody>
      <dsp:txXfrm>
        <a:off x="1892517" y="2124114"/>
        <a:ext cx="1752197" cy="1261581"/>
      </dsp:txXfrm>
    </dsp:sp>
    <dsp:sp modelId="{67850841-F298-2542-978E-F48FBF797538}">
      <dsp:nvSpPr>
        <dsp:cNvPr id="0" name=""/>
        <dsp:cNvSpPr/>
      </dsp:nvSpPr>
      <dsp:spPr>
        <a:xfrm>
          <a:off x="1892517" y="1283059"/>
          <a:ext cx="1752197" cy="841054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078" tIns="165100" rIns="173078" bIns="16510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/>
            <a:t>02</a:t>
          </a:r>
        </a:p>
      </dsp:txBody>
      <dsp:txXfrm>
        <a:off x="1892517" y="1283059"/>
        <a:ext cx="1752197" cy="841054"/>
      </dsp:txXfrm>
    </dsp:sp>
    <dsp:sp modelId="{0AD416B9-F456-4C40-8979-A4D480D8353E}">
      <dsp:nvSpPr>
        <dsp:cNvPr id="0" name=""/>
        <dsp:cNvSpPr/>
      </dsp:nvSpPr>
      <dsp:spPr>
        <a:xfrm>
          <a:off x="3784890" y="1283059"/>
          <a:ext cx="1752197" cy="210263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078" tIns="0" rIns="173078" bIns="33020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Errores al cumplir descansos legales</a:t>
          </a:r>
        </a:p>
      </dsp:txBody>
      <dsp:txXfrm>
        <a:off x="3784890" y="2124114"/>
        <a:ext cx="1752197" cy="1261581"/>
      </dsp:txXfrm>
    </dsp:sp>
    <dsp:sp modelId="{2DC2A474-ADC1-FD4B-A01A-A6CC14731A87}">
      <dsp:nvSpPr>
        <dsp:cNvPr id="0" name=""/>
        <dsp:cNvSpPr/>
      </dsp:nvSpPr>
      <dsp:spPr>
        <a:xfrm>
          <a:off x="3784890" y="1283059"/>
          <a:ext cx="1752197" cy="841054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078" tIns="165100" rIns="173078" bIns="16510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/>
            <a:t>03</a:t>
          </a:r>
        </a:p>
      </dsp:txBody>
      <dsp:txXfrm>
        <a:off x="3784890" y="1283059"/>
        <a:ext cx="1752197" cy="841054"/>
      </dsp:txXfrm>
    </dsp:sp>
    <dsp:sp modelId="{FF886FD4-8BD8-0541-B930-490DD5773A55}">
      <dsp:nvSpPr>
        <dsp:cNvPr id="0" name=""/>
        <dsp:cNvSpPr/>
      </dsp:nvSpPr>
      <dsp:spPr>
        <a:xfrm>
          <a:off x="5677263" y="1283059"/>
          <a:ext cx="1752197" cy="210263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078" tIns="0" rIns="173078" bIns="33020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Dificultad en gestión de cambios de turno</a:t>
          </a:r>
        </a:p>
      </dsp:txBody>
      <dsp:txXfrm>
        <a:off x="5677263" y="2124114"/>
        <a:ext cx="1752197" cy="1261581"/>
      </dsp:txXfrm>
    </dsp:sp>
    <dsp:sp modelId="{9EB0C40E-B99C-1742-89AF-391E307CA1E5}">
      <dsp:nvSpPr>
        <dsp:cNvPr id="0" name=""/>
        <dsp:cNvSpPr/>
      </dsp:nvSpPr>
      <dsp:spPr>
        <a:xfrm>
          <a:off x="5677263" y="1283059"/>
          <a:ext cx="1752197" cy="841054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078" tIns="165100" rIns="173078" bIns="16510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/>
            <a:t>04</a:t>
          </a:r>
        </a:p>
      </dsp:txBody>
      <dsp:txXfrm>
        <a:off x="5677263" y="1283059"/>
        <a:ext cx="1752197" cy="8410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4115ED-6B25-C647-BFD5-A7AC904C9BB5}">
      <dsp:nvSpPr>
        <dsp:cNvPr id="0" name=""/>
        <dsp:cNvSpPr/>
      </dsp:nvSpPr>
      <dsp:spPr>
        <a:xfrm>
          <a:off x="147" y="1268014"/>
          <a:ext cx="1777273" cy="21327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555" tIns="0" rIns="175555" bIns="33020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Digitalización de cuadrantes, reduciendo la huella de carbono</a:t>
          </a:r>
        </a:p>
      </dsp:txBody>
      <dsp:txXfrm>
        <a:off x="147" y="2121105"/>
        <a:ext cx="1777273" cy="1279636"/>
      </dsp:txXfrm>
    </dsp:sp>
    <dsp:sp modelId="{EB5DE135-8BFF-384D-9641-D979BE7EEC56}">
      <dsp:nvSpPr>
        <dsp:cNvPr id="0" name=""/>
        <dsp:cNvSpPr/>
      </dsp:nvSpPr>
      <dsp:spPr>
        <a:xfrm>
          <a:off x="147" y="1268014"/>
          <a:ext cx="1777273" cy="853091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555" tIns="165100" rIns="175555" bIns="1651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kern="1200"/>
            <a:t>01</a:t>
          </a:r>
          <a:endParaRPr lang="es-ES" sz="3700" kern="1200" dirty="0"/>
        </a:p>
      </dsp:txBody>
      <dsp:txXfrm>
        <a:off x="147" y="1268014"/>
        <a:ext cx="1777273" cy="853091"/>
      </dsp:txXfrm>
    </dsp:sp>
    <dsp:sp modelId="{D3D43ED7-61E0-534D-A9C1-0607EE086919}">
      <dsp:nvSpPr>
        <dsp:cNvPr id="0" name=""/>
        <dsp:cNvSpPr/>
      </dsp:nvSpPr>
      <dsp:spPr>
        <a:xfrm>
          <a:off x="1919602" y="1268014"/>
          <a:ext cx="1777273" cy="21327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555" tIns="0" rIns="175555" bIns="33020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Se puede observar todos los profesionales que trabajan en un día determinado</a:t>
          </a:r>
        </a:p>
      </dsp:txBody>
      <dsp:txXfrm>
        <a:off x="1919602" y="2121105"/>
        <a:ext cx="1777273" cy="1279636"/>
      </dsp:txXfrm>
    </dsp:sp>
    <dsp:sp modelId="{67850841-F298-2542-978E-F48FBF797538}">
      <dsp:nvSpPr>
        <dsp:cNvPr id="0" name=""/>
        <dsp:cNvSpPr/>
      </dsp:nvSpPr>
      <dsp:spPr>
        <a:xfrm>
          <a:off x="1919602" y="1268014"/>
          <a:ext cx="1777273" cy="853091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555" tIns="165100" rIns="175555" bIns="1651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kern="1200"/>
            <a:t>02</a:t>
          </a:r>
          <a:endParaRPr lang="es-ES" sz="3700" kern="1200" dirty="0"/>
        </a:p>
      </dsp:txBody>
      <dsp:txXfrm>
        <a:off x="1919602" y="1268014"/>
        <a:ext cx="1777273" cy="853091"/>
      </dsp:txXfrm>
    </dsp:sp>
    <dsp:sp modelId="{0AD416B9-F456-4C40-8979-A4D480D8353E}">
      <dsp:nvSpPr>
        <dsp:cNvPr id="0" name=""/>
        <dsp:cNvSpPr/>
      </dsp:nvSpPr>
      <dsp:spPr>
        <a:xfrm>
          <a:off x="3839056" y="1268014"/>
          <a:ext cx="1777273" cy="21327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555" tIns="0" rIns="175555" bIns="33020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Descansos legales establecidos automáticamente</a:t>
          </a:r>
        </a:p>
      </dsp:txBody>
      <dsp:txXfrm>
        <a:off x="3839056" y="2121105"/>
        <a:ext cx="1777273" cy="1279636"/>
      </dsp:txXfrm>
    </dsp:sp>
    <dsp:sp modelId="{2DC2A474-ADC1-FD4B-A01A-A6CC14731A87}">
      <dsp:nvSpPr>
        <dsp:cNvPr id="0" name=""/>
        <dsp:cNvSpPr/>
      </dsp:nvSpPr>
      <dsp:spPr>
        <a:xfrm>
          <a:off x="3839056" y="1268014"/>
          <a:ext cx="1777273" cy="853091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555" tIns="165100" rIns="175555" bIns="1651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kern="1200"/>
            <a:t>03</a:t>
          </a:r>
          <a:endParaRPr lang="es-ES" sz="3700" kern="1200" dirty="0"/>
        </a:p>
      </dsp:txBody>
      <dsp:txXfrm>
        <a:off x="3839056" y="1268014"/>
        <a:ext cx="1777273" cy="853091"/>
      </dsp:txXfrm>
    </dsp:sp>
    <dsp:sp modelId="{FF886FD4-8BD8-0541-B930-490DD5773A55}">
      <dsp:nvSpPr>
        <dsp:cNvPr id="0" name=""/>
        <dsp:cNvSpPr/>
      </dsp:nvSpPr>
      <dsp:spPr>
        <a:xfrm>
          <a:off x="5758511" y="1268014"/>
          <a:ext cx="1777273" cy="21327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555" tIns="0" rIns="175555" bIns="33020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Permite la gestión de cambios de turno, respetando descansos</a:t>
          </a:r>
        </a:p>
      </dsp:txBody>
      <dsp:txXfrm>
        <a:off x="5758511" y="2121105"/>
        <a:ext cx="1777273" cy="1279636"/>
      </dsp:txXfrm>
    </dsp:sp>
    <dsp:sp modelId="{9EB0C40E-B99C-1742-89AF-391E307CA1E5}">
      <dsp:nvSpPr>
        <dsp:cNvPr id="0" name=""/>
        <dsp:cNvSpPr/>
      </dsp:nvSpPr>
      <dsp:spPr>
        <a:xfrm>
          <a:off x="5758511" y="1268014"/>
          <a:ext cx="1777273" cy="853091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555" tIns="165100" rIns="175555" bIns="1651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kern="1200"/>
            <a:t>04</a:t>
          </a:r>
          <a:endParaRPr lang="es-ES" sz="3700" kern="1200" dirty="0"/>
        </a:p>
      </dsp:txBody>
      <dsp:txXfrm>
        <a:off x="5758511" y="1268014"/>
        <a:ext cx="1777273" cy="8530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905824-AE5E-2740-BDA4-7D77AE6B5661}">
      <dsp:nvSpPr>
        <dsp:cNvPr id="0" name=""/>
        <dsp:cNvSpPr/>
      </dsp:nvSpPr>
      <dsp:spPr>
        <a:xfrm>
          <a:off x="0" y="336856"/>
          <a:ext cx="6858000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257" tIns="208280" rIns="532257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/>
            <a:t>Python (Flask)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 err="1"/>
            <a:t>Gunicorn</a:t>
          </a:r>
          <a:r>
            <a:rPr lang="es-ES" sz="1000" kern="1200" dirty="0"/>
            <a:t> (WSGI para ejecutar app Flask)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 err="1"/>
            <a:t>MongoEngine</a:t>
          </a:r>
          <a:r>
            <a:rPr lang="es-ES" sz="1000" kern="1200" dirty="0"/>
            <a:t> (ORM para usar la BBDD de forma orientada a objetos)</a:t>
          </a:r>
        </a:p>
      </dsp:txBody>
      <dsp:txXfrm>
        <a:off x="0" y="336856"/>
        <a:ext cx="6858000" cy="756000"/>
      </dsp:txXfrm>
    </dsp:sp>
    <dsp:sp modelId="{FE5C0B2B-181B-C645-994F-A7730DADD1E1}">
      <dsp:nvSpPr>
        <dsp:cNvPr id="0" name=""/>
        <dsp:cNvSpPr/>
      </dsp:nvSpPr>
      <dsp:spPr>
        <a:xfrm>
          <a:off x="342900" y="189256"/>
          <a:ext cx="480060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1451" tIns="0" rIns="18145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Backend</a:t>
          </a:r>
          <a:endParaRPr lang="es-ES" sz="1000" kern="1200" dirty="0"/>
        </a:p>
      </dsp:txBody>
      <dsp:txXfrm>
        <a:off x="357310" y="203666"/>
        <a:ext cx="4771780" cy="266380"/>
      </dsp:txXfrm>
    </dsp:sp>
    <dsp:sp modelId="{F24E0B2D-D739-6945-B83E-4B4590789D50}">
      <dsp:nvSpPr>
        <dsp:cNvPr id="0" name=""/>
        <dsp:cNvSpPr/>
      </dsp:nvSpPr>
      <dsp:spPr>
        <a:xfrm>
          <a:off x="0" y="1294456"/>
          <a:ext cx="6858000" cy="425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257" tIns="208280" rIns="532257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/>
            <a:t>MongoDB (basada en documentos)</a:t>
          </a:r>
        </a:p>
      </dsp:txBody>
      <dsp:txXfrm>
        <a:off x="0" y="1294456"/>
        <a:ext cx="6858000" cy="425250"/>
      </dsp:txXfrm>
    </dsp:sp>
    <dsp:sp modelId="{3E2E686A-DCFE-CE46-8960-BB24016A64D8}">
      <dsp:nvSpPr>
        <dsp:cNvPr id="0" name=""/>
        <dsp:cNvSpPr/>
      </dsp:nvSpPr>
      <dsp:spPr>
        <a:xfrm>
          <a:off x="342900" y="1146856"/>
          <a:ext cx="480060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1451" tIns="0" rIns="18145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BBDD</a:t>
          </a:r>
        </a:p>
      </dsp:txBody>
      <dsp:txXfrm>
        <a:off x="357310" y="1161266"/>
        <a:ext cx="4771780" cy="266380"/>
      </dsp:txXfrm>
    </dsp:sp>
    <dsp:sp modelId="{CB5DE43D-BE6E-2144-8D85-0E6899ABEB99}">
      <dsp:nvSpPr>
        <dsp:cNvPr id="0" name=""/>
        <dsp:cNvSpPr/>
      </dsp:nvSpPr>
      <dsp:spPr>
        <a:xfrm>
          <a:off x="0" y="1921306"/>
          <a:ext cx="6858000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257" tIns="208280" rIns="532257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/>
            <a:t>HTML5 y CSS3 (estética efecto de cristal)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/>
            <a:t>JS </a:t>
          </a:r>
          <a:r>
            <a:rPr lang="es-ES" sz="1000" kern="1200" dirty="0" err="1"/>
            <a:t>vanilla</a:t>
          </a:r>
          <a:r>
            <a:rPr lang="es-ES" sz="1000" kern="1200" dirty="0"/>
            <a:t> (interactividad y actualizaciones en tiempo real)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/>
            <a:t>Jinja2 (renderiza contenido desde </a:t>
          </a:r>
          <a:r>
            <a:rPr lang="es-ES" sz="1000" kern="1200" dirty="0" err="1"/>
            <a:t>backend</a:t>
          </a:r>
          <a:r>
            <a:rPr lang="es-ES" sz="1000" kern="1200" dirty="0"/>
            <a:t>)</a:t>
          </a:r>
        </a:p>
      </dsp:txBody>
      <dsp:txXfrm>
        <a:off x="0" y="1921306"/>
        <a:ext cx="6858000" cy="756000"/>
      </dsp:txXfrm>
    </dsp:sp>
    <dsp:sp modelId="{02C2243E-F496-F143-9AD5-E7778EDE0610}">
      <dsp:nvSpPr>
        <dsp:cNvPr id="0" name=""/>
        <dsp:cNvSpPr/>
      </dsp:nvSpPr>
      <dsp:spPr>
        <a:xfrm>
          <a:off x="342900" y="1773706"/>
          <a:ext cx="480060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1451" tIns="0" rIns="18145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Frontend</a:t>
          </a:r>
          <a:endParaRPr lang="es-ES" sz="1000" kern="1200" dirty="0"/>
        </a:p>
      </dsp:txBody>
      <dsp:txXfrm>
        <a:off x="357310" y="1788116"/>
        <a:ext cx="4771780" cy="266380"/>
      </dsp:txXfrm>
    </dsp:sp>
    <dsp:sp modelId="{CF9D739F-8732-7F4C-A3A7-7C0B25C57FB8}">
      <dsp:nvSpPr>
        <dsp:cNvPr id="0" name=""/>
        <dsp:cNvSpPr/>
      </dsp:nvSpPr>
      <dsp:spPr>
        <a:xfrm>
          <a:off x="0" y="2878906"/>
          <a:ext cx="6858000" cy="58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257" tIns="208280" rIns="532257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/>
            <a:t>Docker y Docker </a:t>
          </a:r>
          <a:r>
            <a:rPr lang="es-ES" sz="1000" kern="1200" dirty="0" err="1"/>
            <a:t>Compose</a:t>
          </a:r>
          <a:endParaRPr lang="es-E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/>
            <a:t>NGINX (Proxy inverso para gestionar peticiones y mejorar seguridad)</a:t>
          </a:r>
        </a:p>
      </dsp:txBody>
      <dsp:txXfrm>
        <a:off x="0" y="2878906"/>
        <a:ext cx="6858000" cy="582750"/>
      </dsp:txXfrm>
    </dsp:sp>
    <dsp:sp modelId="{B1E071FC-0BD0-F54F-B80A-741514843F33}">
      <dsp:nvSpPr>
        <dsp:cNvPr id="0" name=""/>
        <dsp:cNvSpPr/>
      </dsp:nvSpPr>
      <dsp:spPr>
        <a:xfrm>
          <a:off x="342900" y="2731306"/>
          <a:ext cx="480060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1451" tIns="0" rIns="18145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Despliegue</a:t>
          </a:r>
        </a:p>
      </dsp:txBody>
      <dsp:txXfrm>
        <a:off x="357310" y="2745716"/>
        <a:ext cx="4771780" cy="266380"/>
      </dsp:txXfrm>
    </dsp:sp>
    <dsp:sp modelId="{96B62C86-F72D-C047-ACF8-7F715CC0BABF}">
      <dsp:nvSpPr>
        <dsp:cNvPr id="0" name=""/>
        <dsp:cNvSpPr/>
      </dsp:nvSpPr>
      <dsp:spPr>
        <a:xfrm>
          <a:off x="0" y="3663256"/>
          <a:ext cx="6858000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257" tIns="208280" rIns="532257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/>
            <a:t>fpdf2 (Crear PDF)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 err="1"/>
            <a:t>Pytest</a:t>
          </a:r>
          <a:r>
            <a:rPr lang="es-ES" sz="1000" kern="1200" dirty="0"/>
            <a:t> y </a:t>
          </a:r>
          <a:r>
            <a:rPr lang="es-ES" sz="1000" kern="1200" dirty="0" err="1"/>
            <a:t>Mongomock</a:t>
          </a:r>
          <a:r>
            <a:rPr lang="es-ES" sz="1000" kern="1200" dirty="0"/>
            <a:t> (</a:t>
          </a:r>
          <a:r>
            <a:rPr lang="es-ES" sz="1000" kern="1200" dirty="0" err="1"/>
            <a:t>Testing</a:t>
          </a:r>
          <a:r>
            <a:rPr lang="es-ES" sz="1000" kern="1200" dirty="0"/>
            <a:t> in app y off app)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/>
            <a:t>SHA-256 (</a:t>
          </a:r>
          <a:r>
            <a:rPr lang="es-ES" sz="1000" kern="1200" dirty="0" err="1"/>
            <a:t>Hashing</a:t>
          </a:r>
          <a:r>
            <a:rPr lang="es-ES" sz="1000" kern="1200" dirty="0"/>
            <a:t> de datos sensibles)</a:t>
          </a:r>
        </a:p>
      </dsp:txBody>
      <dsp:txXfrm>
        <a:off x="0" y="3663256"/>
        <a:ext cx="6858000" cy="756000"/>
      </dsp:txXfrm>
    </dsp:sp>
    <dsp:sp modelId="{349FC4D6-EFA3-6C41-B03A-40142C6C6521}">
      <dsp:nvSpPr>
        <dsp:cNvPr id="0" name=""/>
        <dsp:cNvSpPr/>
      </dsp:nvSpPr>
      <dsp:spPr>
        <a:xfrm>
          <a:off x="342900" y="3515656"/>
          <a:ext cx="480060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1451" tIns="0" rIns="18145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Herramientas adicionales</a:t>
          </a:r>
        </a:p>
      </dsp:txBody>
      <dsp:txXfrm>
        <a:off x="357310" y="3530066"/>
        <a:ext cx="4771780" cy="2663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7FC5ED-28CC-4739-9026-9BE8B6FF30FB}">
      <dsp:nvSpPr>
        <dsp:cNvPr id="0" name=""/>
        <dsp:cNvSpPr/>
      </dsp:nvSpPr>
      <dsp:spPr>
        <a:xfrm>
          <a:off x="3741" y="714952"/>
          <a:ext cx="1042453" cy="10424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9D657-402B-40CC-841B-D0CC88D2F8C8}">
      <dsp:nvSpPr>
        <dsp:cNvPr id="0" name=""/>
        <dsp:cNvSpPr/>
      </dsp:nvSpPr>
      <dsp:spPr>
        <a:xfrm>
          <a:off x="3741" y="1892515"/>
          <a:ext cx="2978437" cy="446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3200" kern="1200"/>
            <a:t>Administrador</a:t>
          </a:r>
        </a:p>
      </dsp:txBody>
      <dsp:txXfrm>
        <a:off x="3741" y="1892515"/>
        <a:ext cx="2978437" cy="446765"/>
      </dsp:txXfrm>
    </dsp:sp>
    <dsp:sp modelId="{C4FE7637-AE82-4FE4-9EE6-2DAB1964FFC6}">
      <dsp:nvSpPr>
        <dsp:cNvPr id="0" name=""/>
        <dsp:cNvSpPr/>
      </dsp:nvSpPr>
      <dsp:spPr>
        <a:xfrm>
          <a:off x="3741" y="2402123"/>
          <a:ext cx="2978437" cy="1454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CRUD Usuarios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Listado Usuarios</a:t>
          </a:r>
        </a:p>
      </dsp:txBody>
      <dsp:txXfrm>
        <a:off x="3741" y="2402123"/>
        <a:ext cx="2978437" cy="1454923"/>
      </dsp:txXfrm>
    </dsp:sp>
    <dsp:sp modelId="{E7089913-8355-41B2-9D1C-D780145ED753}">
      <dsp:nvSpPr>
        <dsp:cNvPr id="0" name=""/>
        <dsp:cNvSpPr/>
      </dsp:nvSpPr>
      <dsp:spPr>
        <a:xfrm>
          <a:off x="3503405" y="714952"/>
          <a:ext cx="1042453" cy="10424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378773-821E-40B1-AB6D-DDD3BC12828C}">
      <dsp:nvSpPr>
        <dsp:cNvPr id="0" name=""/>
        <dsp:cNvSpPr/>
      </dsp:nvSpPr>
      <dsp:spPr>
        <a:xfrm>
          <a:off x="3503405" y="1892515"/>
          <a:ext cx="2978437" cy="446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3200" kern="1200" dirty="0"/>
            <a:t>Dirección</a:t>
          </a:r>
        </a:p>
      </dsp:txBody>
      <dsp:txXfrm>
        <a:off x="3503405" y="1892515"/>
        <a:ext cx="2978437" cy="446765"/>
      </dsp:txXfrm>
    </dsp:sp>
    <dsp:sp modelId="{55697FBF-27D0-4D8C-A1AE-D8ECC5509E87}">
      <dsp:nvSpPr>
        <dsp:cNvPr id="0" name=""/>
        <dsp:cNvSpPr/>
      </dsp:nvSpPr>
      <dsp:spPr>
        <a:xfrm>
          <a:off x="3503405" y="2402123"/>
          <a:ext cx="2978437" cy="1454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Crear usuarios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CRUD turnos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Notificaciones cambios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Crear PDF situacionales</a:t>
          </a:r>
        </a:p>
      </dsp:txBody>
      <dsp:txXfrm>
        <a:off x="3503405" y="2402123"/>
        <a:ext cx="2978437" cy="1454923"/>
      </dsp:txXfrm>
    </dsp:sp>
    <dsp:sp modelId="{5D43B3A2-6DBD-4D0E-ADD9-C2CF23B1C017}">
      <dsp:nvSpPr>
        <dsp:cNvPr id="0" name=""/>
        <dsp:cNvSpPr/>
      </dsp:nvSpPr>
      <dsp:spPr>
        <a:xfrm>
          <a:off x="7003069" y="714952"/>
          <a:ext cx="1042453" cy="10424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956AB6-83F9-4BEE-A297-1BDC9464A795}">
      <dsp:nvSpPr>
        <dsp:cNvPr id="0" name=""/>
        <dsp:cNvSpPr/>
      </dsp:nvSpPr>
      <dsp:spPr>
        <a:xfrm>
          <a:off x="7003069" y="1892515"/>
          <a:ext cx="2978437" cy="446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3200" kern="1200" dirty="0"/>
            <a:t>Profesional</a:t>
          </a:r>
        </a:p>
      </dsp:txBody>
      <dsp:txXfrm>
        <a:off x="7003069" y="1892515"/>
        <a:ext cx="2978437" cy="446765"/>
      </dsp:txXfrm>
    </dsp:sp>
    <dsp:sp modelId="{29E11301-C467-4D5F-9CF5-E24F99A44831}">
      <dsp:nvSpPr>
        <dsp:cNvPr id="0" name=""/>
        <dsp:cNvSpPr/>
      </dsp:nvSpPr>
      <dsp:spPr>
        <a:xfrm>
          <a:off x="7003069" y="2402123"/>
          <a:ext cx="2978437" cy="1454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Consultar cuadrante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Solicitar/Aceptar/Rechazar cambio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Crear PDF con cuadrante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Notificaciones pendientes</a:t>
          </a:r>
        </a:p>
      </dsp:txBody>
      <dsp:txXfrm>
        <a:off x="7003069" y="2402123"/>
        <a:ext cx="2978437" cy="14549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5008C4-878F-7B42-94BB-AAE7EE4F749A}" type="datetimeFigureOut">
              <a:rPr lang="es-ES" smtClean="0"/>
              <a:t>10/5/26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E99E0-0DDD-9846-B468-304BFFB255E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1950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13483-A24C-97DB-1FAB-B1EE383D6793}"/>
              </a:ext>
            </a:extLst>
          </p:cNvPr>
          <p:cNvSpPr/>
          <p:nvPr/>
        </p:nvSpPr>
        <p:spPr>
          <a:xfrm>
            <a:off x="5067300" y="-429"/>
            <a:ext cx="7142987" cy="6857571"/>
          </a:xfrm>
          <a:prstGeom prst="rect">
            <a:avLst/>
          </a:prstGeom>
          <a:gradFill>
            <a:gsLst>
              <a:gs pos="0">
                <a:srgbClr val="FF411C"/>
              </a:gs>
              <a:gs pos="100000">
                <a:srgbClr val="92248E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CBF15A-228E-7325-6D7D-982EA5375DC4}"/>
              </a:ext>
            </a:extLst>
          </p:cNvPr>
          <p:cNvSpPr/>
          <p:nvPr/>
        </p:nvSpPr>
        <p:spPr>
          <a:xfrm>
            <a:off x="5067301" y="0"/>
            <a:ext cx="7158340" cy="6858000"/>
          </a:xfrm>
          <a:prstGeom prst="rect">
            <a:avLst/>
          </a:prstGeom>
          <a:gradFill>
            <a:gsLst>
              <a:gs pos="27000">
                <a:srgbClr val="DA002F">
                  <a:alpha val="6000"/>
                </a:srgbClr>
              </a:gs>
              <a:gs pos="98000">
                <a:srgbClr val="9B3597">
                  <a:alpha val="72941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C545E-CFDF-A40B-046E-AEC9E529B81C}"/>
              </a:ext>
            </a:extLst>
          </p:cNvPr>
          <p:cNvSpPr/>
          <p:nvPr/>
        </p:nvSpPr>
        <p:spPr>
          <a:xfrm rot="10800000">
            <a:off x="5067300" y="4571999"/>
            <a:ext cx="7158340" cy="2286000"/>
          </a:xfrm>
          <a:prstGeom prst="rect">
            <a:avLst/>
          </a:prstGeom>
          <a:gradFill>
            <a:gsLst>
              <a:gs pos="28000">
                <a:srgbClr val="FF907A">
                  <a:alpha val="40000"/>
                </a:srgbClr>
              </a:gs>
              <a:gs pos="100000">
                <a:srgbClr val="DA002F">
                  <a:alpha val="20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503D3-D62B-0038-E24C-05C4B676AF66}"/>
              </a:ext>
            </a:extLst>
          </p:cNvPr>
          <p:cNvSpPr/>
          <p:nvPr/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20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0673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7566" y="6455664"/>
            <a:ext cx="290257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425" y="6455664"/>
            <a:ext cx="2986167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3616F8-1D02-9840-9E58-52C54F210491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386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563624"/>
            <a:ext cx="9985248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1604B-9272-A240-94E1-F41B4928BD09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3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CAF72-A322-2B88-2E9E-10B288C83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2EF993-7F0D-4ECF-FD85-4AAFAAAF91C6}"/>
              </a:ext>
            </a:extLst>
          </p:cNvPr>
          <p:cNvSpPr/>
          <p:nvPr/>
        </p:nvSpPr>
        <p:spPr>
          <a:xfrm rot="10800000" flipH="1">
            <a:off x="0" y="4571999"/>
            <a:ext cx="12192003" cy="2286219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141E1-516D-D7D9-7CAC-EBABCB077CDD}"/>
              </a:ext>
            </a:extLst>
          </p:cNvPr>
          <p:cNvSpPr/>
          <p:nvPr/>
        </p:nvSpPr>
        <p:spPr>
          <a:xfrm rot="10800000" flipH="1">
            <a:off x="4038600" y="4571779"/>
            <a:ext cx="8151938" cy="2286329"/>
          </a:xfrm>
          <a:prstGeom prst="rect">
            <a:avLst/>
          </a:prstGeom>
          <a:gradFill>
            <a:gsLst>
              <a:gs pos="0">
                <a:srgbClr val="FF5076">
                  <a:alpha val="0"/>
                </a:srgbClr>
              </a:gs>
              <a:gs pos="99000">
                <a:srgbClr val="91049C">
                  <a:alpha val="81961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73ECF1-2707-D092-89EA-AC6D4B79E56F}"/>
              </a:ext>
            </a:extLst>
          </p:cNvPr>
          <p:cNvSpPr/>
          <p:nvPr/>
        </p:nvSpPr>
        <p:spPr>
          <a:xfrm rot="14834054">
            <a:off x="3015414" y="2996601"/>
            <a:ext cx="2352194" cy="3826944"/>
          </a:xfrm>
          <a:custGeom>
            <a:avLst/>
            <a:gdLst>
              <a:gd name="connsiteX0" fmla="*/ 2352194 w 2352194"/>
              <a:gd name="connsiteY0" fmla="*/ 8624 h 3826944"/>
              <a:gd name="connsiteX1" fmla="*/ 749804 w 2352194"/>
              <a:gd name="connsiteY1" fmla="*/ 3826944 h 3826944"/>
              <a:gd name="connsiteX2" fmla="*/ 566692 w 2352194"/>
              <a:gd name="connsiteY2" fmla="*/ 3648149 h 3826944"/>
              <a:gd name="connsiteX3" fmla="*/ 0 w 2352194"/>
              <a:gd name="connsiteY3" fmla="*/ 2181415 h 3826944"/>
              <a:gd name="connsiteX4" fmla="*/ 2181415 w 2352194"/>
              <a:gd name="connsiteY4" fmla="*/ 0 h 382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2194" h="3826944">
                <a:moveTo>
                  <a:pt x="2352194" y="8624"/>
                </a:moveTo>
                <a:lnTo>
                  <a:pt x="749804" y="3826944"/>
                </a:lnTo>
                <a:lnTo>
                  <a:pt x="566692" y="3648149"/>
                </a:lnTo>
                <a:cubicBezTo>
                  <a:pt x="214596" y="3260758"/>
                  <a:pt x="0" y="2746147"/>
                  <a:pt x="0" y="2181415"/>
                </a:cubicBezTo>
                <a:cubicBezTo>
                  <a:pt x="0" y="976653"/>
                  <a:pt x="976652" y="0"/>
                  <a:pt x="2181415" y="0"/>
                </a:cubicBezTo>
                <a:close/>
              </a:path>
            </a:pathLst>
          </a:custGeom>
          <a:gradFill>
            <a:gsLst>
              <a:gs pos="0">
                <a:srgbClr val="FFBCAF">
                  <a:alpha val="33725"/>
                </a:srgbClr>
              </a:gs>
              <a:gs pos="100000">
                <a:srgbClr val="FF907A">
                  <a:alpha val="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FDFDA-46A6-DCC7-FA34-612FC4BF8109}"/>
              </a:ext>
            </a:extLst>
          </p:cNvPr>
          <p:cNvSpPr/>
          <p:nvPr/>
        </p:nvSpPr>
        <p:spPr>
          <a:xfrm flipH="1">
            <a:off x="3047998" y="4571999"/>
            <a:ext cx="9143999" cy="1841109"/>
          </a:xfrm>
          <a:prstGeom prst="rect">
            <a:avLst/>
          </a:prstGeom>
          <a:gradFill>
            <a:gsLst>
              <a:gs pos="0">
                <a:srgbClr val="FF411C">
                  <a:alpha val="29804"/>
                </a:srgbClr>
              </a:gs>
              <a:gs pos="78000">
                <a:srgbClr val="DA002F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4791456"/>
            <a:ext cx="10570464" cy="11704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6025896"/>
            <a:ext cx="10579608" cy="4297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C20621E-D3A1-DE2F-A48A-0A5F279572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572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82602B3-F8C3-D957-5C3F-DF1749FA85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3152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0E38CC7-EEB9-1AD7-7B03-603746FE3F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5AB9A5-08E8-AB48-BF5B-292AB0DD250E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153FF4E-D18A-13B0-6B0A-CF7AF0A523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36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DD7BB-25B8-B7A3-8E13-EDE8E1090689}"/>
              </a:ext>
            </a:extLst>
          </p:cNvPr>
          <p:cNvSpPr/>
          <p:nvPr/>
        </p:nvSpPr>
        <p:spPr>
          <a:xfrm rot="10800000" flipH="1">
            <a:off x="0" y="0"/>
            <a:ext cx="6096000" cy="6868461"/>
          </a:xfrm>
          <a:prstGeom prst="rect">
            <a:avLst/>
          </a:prstGeom>
          <a:gradFill>
            <a:gsLst>
              <a:gs pos="0">
                <a:srgbClr val="FE4A00">
                  <a:alpha val="65882"/>
                </a:srgbClr>
              </a:gs>
              <a:gs pos="100000">
                <a:srgbClr val="A6025C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C05D2-D53F-950D-185E-08B200EEFEB9}"/>
              </a:ext>
            </a:extLst>
          </p:cNvPr>
          <p:cNvSpPr/>
          <p:nvPr/>
        </p:nvSpPr>
        <p:spPr>
          <a:xfrm rot="10800000" flipH="1">
            <a:off x="-18287" y="4582455"/>
            <a:ext cx="6114286" cy="2275539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99000">
                <a:srgbClr val="92248E">
                  <a:alpha val="2666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AF5C2-3AA9-7510-308E-9D21678F7EFC}"/>
              </a:ext>
            </a:extLst>
          </p:cNvPr>
          <p:cNvSpPr/>
          <p:nvPr/>
        </p:nvSpPr>
        <p:spPr>
          <a:xfrm rot="5400000" flipH="1">
            <a:off x="-148955" y="532365"/>
            <a:ext cx="6878924" cy="5814190"/>
          </a:xfrm>
          <a:prstGeom prst="rect">
            <a:avLst/>
          </a:prstGeom>
          <a:gradFill>
            <a:gsLst>
              <a:gs pos="0">
                <a:srgbClr val="FE4A00">
                  <a:alpha val="0"/>
                </a:srgbClr>
              </a:gs>
              <a:gs pos="100000">
                <a:srgbClr val="A60296">
                  <a:alpha val="38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D13448-08C3-4231-6CCA-F17E4C608199}"/>
              </a:ext>
            </a:extLst>
          </p:cNvPr>
          <p:cNvSpPr/>
          <p:nvPr/>
        </p:nvSpPr>
        <p:spPr>
          <a:xfrm rot="10800000">
            <a:off x="949046" y="1319084"/>
            <a:ext cx="4648799" cy="4648799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941832"/>
            <a:ext cx="4626864" cy="32095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74336"/>
            <a:ext cx="4626864" cy="145389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55664"/>
            <a:ext cx="409651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626709BD-4AF5-E34B-BA78-356FDA1F4AB2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974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2952" y="0"/>
            <a:ext cx="60990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72438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58E3E8-0931-8EEE-FF77-1C25EBBE79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E0C29-D9B0-E434-079F-9F0C40DF20EC}"/>
              </a:ext>
            </a:extLst>
          </p:cNvPr>
          <p:cNvSpPr/>
          <p:nvPr/>
        </p:nvSpPr>
        <p:spPr>
          <a:xfrm rot="5400000" flipH="1">
            <a:off x="-1399562" y="1399556"/>
            <a:ext cx="6875820" cy="4076703"/>
          </a:xfrm>
          <a:prstGeom prst="rect">
            <a:avLst/>
          </a:prstGeom>
          <a:gradFill>
            <a:gsLst>
              <a:gs pos="11000">
                <a:srgbClr val="92248E"/>
              </a:gs>
              <a:gs pos="100000">
                <a:srgbClr val="FF411C">
                  <a:alpha val="8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F604E-FEFA-3809-8244-5B72EE7BB044}"/>
              </a:ext>
            </a:extLst>
          </p:cNvPr>
          <p:cNvSpPr/>
          <p:nvPr/>
        </p:nvSpPr>
        <p:spPr>
          <a:xfrm rot="16200000">
            <a:off x="890124" y="3681875"/>
            <a:ext cx="2296453" cy="4076701"/>
          </a:xfrm>
          <a:prstGeom prst="rect">
            <a:avLst/>
          </a:prstGeom>
          <a:gradFill>
            <a:gsLst>
              <a:gs pos="0">
                <a:srgbClr val="DA002F">
                  <a:alpha val="55000"/>
                </a:srgbClr>
              </a:gs>
              <a:gs pos="100000">
                <a:srgbClr val="FF907A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8E261-930C-6A44-A568-9DD2A88D3526}"/>
              </a:ext>
            </a:extLst>
          </p:cNvPr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3000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850392"/>
            <a:ext cx="2935224" cy="3035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01768"/>
            <a:ext cx="2926080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40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0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5664"/>
            <a:ext cx="322783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D9EE0832-74AB-744B-B2F2-963C4A508A52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889FC6C-F243-CA40-35F8-13153EA5EB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6700" y="0"/>
            <a:ext cx="8115300" cy="68684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6247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FE7F8B-D1C1-6301-75A5-2EC4374F9AF1}"/>
              </a:ext>
            </a:extLst>
          </p:cNvPr>
          <p:cNvSpPr/>
          <p:nvPr/>
        </p:nvSpPr>
        <p:spPr>
          <a:xfrm flipH="1" flipV="1">
            <a:off x="-14449" y="0"/>
            <a:ext cx="1222473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8467A-A1B6-E7E6-CAD4-E63E0FE2CCCB}"/>
              </a:ext>
            </a:extLst>
          </p:cNvPr>
          <p:cNvSpPr/>
          <p:nvPr/>
        </p:nvSpPr>
        <p:spPr>
          <a:xfrm flipV="1">
            <a:off x="-7227" y="-5046"/>
            <a:ext cx="12217513" cy="686556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9C06E7-BC9C-2F5F-5DD1-D04EB713C63D}"/>
              </a:ext>
            </a:extLst>
          </p:cNvPr>
          <p:cNvSpPr/>
          <p:nvPr/>
        </p:nvSpPr>
        <p:spPr>
          <a:xfrm rot="10800000" flipH="1" flipV="1">
            <a:off x="-25514" y="-5045"/>
            <a:ext cx="12217514" cy="6865568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chemeClr val="accent2">
                  <a:alpha val="98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261F8-8CD8-F2E0-C386-BE6A16D95BFC}"/>
              </a:ext>
            </a:extLst>
          </p:cNvPr>
          <p:cNvSpPr/>
          <p:nvPr/>
        </p:nvSpPr>
        <p:spPr>
          <a:xfrm rot="16200000" flipH="1" flipV="1">
            <a:off x="3802775" y="-3817222"/>
            <a:ext cx="4571999" cy="12206450"/>
          </a:xfrm>
          <a:prstGeom prst="rect">
            <a:avLst/>
          </a:prstGeom>
          <a:gradFill>
            <a:gsLst>
              <a:gs pos="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D4A82C-6849-A88D-6D57-833E9A7481B9}"/>
              </a:ext>
            </a:extLst>
          </p:cNvPr>
          <p:cNvSpPr/>
          <p:nvPr/>
        </p:nvSpPr>
        <p:spPr>
          <a:xfrm rot="13168948" flipH="1" flipV="1">
            <a:off x="1027160" y="609473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5CA38-7F60-D664-4EC0-C54B60C02BCF}"/>
              </a:ext>
            </a:extLst>
          </p:cNvPr>
          <p:cNvSpPr/>
          <p:nvPr/>
        </p:nvSpPr>
        <p:spPr>
          <a:xfrm rot="5400000" flipV="1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62000"/>
                </a:srgbClr>
              </a:gs>
              <a:gs pos="77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7016" y="987552"/>
            <a:ext cx="7644384" cy="29443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8728" y="5294376"/>
            <a:ext cx="7644384" cy="10789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737551-FBE3-4648-A003-FED19068C365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62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44B8E2B-A9B5-DCE0-5C06-E99F762397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C38FEA-146D-53B3-36B0-5CBD8040636E}"/>
              </a:ext>
            </a:extLst>
          </p:cNvPr>
          <p:cNvSpPr/>
          <p:nvPr/>
        </p:nvSpPr>
        <p:spPr>
          <a:xfrm flipH="1">
            <a:off x="9143995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4D35E-A520-CA7A-97CB-6D815AB4CC5D}"/>
              </a:ext>
            </a:extLst>
          </p:cNvPr>
          <p:cNvSpPr/>
          <p:nvPr/>
        </p:nvSpPr>
        <p:spPr>
          <a:xfrm flipH="1">
            <a:off x="9143990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5E890B-58C1-DD36-E90B-FFF0BE0CB5CB}"/>
              </a:ext>
            </a:extLst>
          </p:cNvPr>
          <p:cNvSpPr/>
          <p:nvPr/>
        </p:nvSpPr>
        <p:spPr>
          <a:xfrm rot="5400000" flipH="1">
            <a:off x="7253161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CD52CC-E8F2-3220-AE19-8A482DD1F236}"/>
              </a:ext>
            </a:extLst>
          </p:cNvPr>
          <p:cNvSpPr/>
          <p:nvPr/>
        </p:nvSpPr>
        <p:spPr>
          <a:xfrm rot="12508972">
            <a:off x="7949750" y="1673989"/>
            <a:ext cx="3201591" cy="4397456"/>
          </a:xfrm>
          <a:custGeom>
            <a:avLst/>
            <a:gdLst>
              <a:gd name="connsiteX0" fmla="*/ 3201591 w 3201591"/>
              <a:gd name="connsiteY0" fmla="*/ 4296647 h 4397456"/>
              <a:gd name="connsiteX1" fmla="*/ 3007294 w 3201591"/>
              <a:gd name="connsiteY1" fmla="*/ 4346606 h 4397456"/>
              <a:gd name="connsiteX2" fmla="*/ 2502877 w 3201591"/>
              <a:gd name="connsiteY2" fmla="*/ 4397456 h 4397456"/>
              <a:gd name="connsiteX3" fmla="*/ 0 w 3201591"/>
              <a:gd name="connsiteY3" fmla="*/ 1894579 h 4397456"/>
              <a:gd name="connsiteX4" fmla="*/ 733076 w 3201591"/>
              <a:gd name="connsiteY4" fmla="*/ 124777 h 4397456"/>
              <a:gd name="connsiteX5" fmla="*/ 870365 w 3201591"/>
              <a:gd name="connsiteY5" fmla="*/ 0 h 43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1591" h="4397456">
                <a:moveTo>
                  <a:pt x="3201591" y="4296647"/>
                </a:moveTo>
                <a:lnTo>
                  <a:pt x="3007294" y="4346606"/>
                </a:lnTo>
                <a:cubicBezTo>
                  <a:pt x="2844362" y="4379947"/>
                  <a:pt x="2675664" y="4397456"/>
                  <a:pt x="2502877" y="4397456"/>
                </a:cubicBezTo>
                <a:cubicBezTo>
                  <a:pt x="1120576" y="4397456"/>
                  <a:pt x="0" y="3276880"/>
                  <a:pt x="0" y="1894579"/>
                </a:cubicBezTo>
                <a:cubicBezTo>
                  <a:pt x="0" y="1203428"/>
                  <a:pt x="280144" y="577709"/>
                  <a:pt x="733076" y="124777"/>
                </a:cubicBezTo>
                <a:lnTo>
                  <a:pt x="870365" y="0"/>
                </a:ln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612648"/>
            <a:ext cx="7004304" cy="35570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cap="all" spc="550" baseline="0"/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ED2F463-51E0-AB87-A5B5-6942461A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0796B80-FA43-2B89-5F9F-72443F8E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4909" y="6455664"/>
            <a:ext cx="347286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24A648-7546-2F4F-9814-307F006B5419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C1096F3-B460-B6B3-0D52-AEFDD7F6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489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308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F7CFA0-C3A1-5564-DD4B-90674874B0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E2F783-0ED7-1F0B-219A-198549E350DD}"/>
              </a:ext>
            </a:extLst>
          </p:cNvPr>
          <p:cNvSpPr/>
          <p:nvPr/>
        </p:nvSpPr>
        <p:spPr>
          <a:xfrm>
            <a:off x="-6" y="-25866"/>
            <a:ext cx="12192005" cy="4589428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85000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F09062-D41B-0E2E-C1C0-F27562ED9597}"/>
              </a:ext>
            </a:extLst>
          </p:cNvPr>
          <p:cNvSpPr/>
          <p:nvPr/>
        </p:nvSpPr>
        <p:spPr>
          <a:xfrm rot="16200000">
            <a:off x="3805950" y="-3822495"/>
            <a:ext cx="4580101" cy="12191999"/>
          </a:xfrm>
          <a:prstGeom prst="rect">
            <a:avLst/>
          </a:prstGeom>
          <a:gradFill>
            <a:gsLst>
              <a:gs pos="0">
                <a:srgbClr val="FE4A00">
                  <a:alpha val="50000"/>
                </a:srgbClr>
              </a:gs>
              <a:gs pos="99000">
                <a:srgbClr val="A3299D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A6D366-64E2-13D3-2734-861E811E1F1A}"/>
              </a:ext>
            </a:extLst>
          </p:cNvPr>
          <p:cNvSpPr/>
          <p:nvPr/>
        </p:nvSpPr>
        <p:spPr>
          <a:xfrm rot="10800000">
            <a:off x="8150806" y="-25872"/>
            <a:ext cx="4041192" cy="4589427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84000">
                <a:srgbClr val="FF907A">
                  <a:alpha val="32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5B9BA8-AE27-B639-DB51-7E498FA9422B}"/>
              </a:ext>
            </a:extLst>
          </p:cNvPr>
          <p:cNvSpPr/>
          <p:nvPr/>
        </p:nvSpPr>
        <p:spPr>
          <a:xfrm rot="12508972">
            <a:off x="5485611" y="-1118641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85216"/>
            <a:ext cx="6858000" cy="3200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cap="all" spc="55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0E3C5A-77B6-8244-8FA8-7AB145BC322E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37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1BDDB7-A96E-2151-63B9-28A103D980D2}"/>
              </a:ext>
            </a:extLst>
          </p:cNvPr>
          <p:cNvSpPr/>
          <p:nvPr/>
        </p:nvSpPr>
        <p:spPr>
          <a:xfrm flipH="1">
            <a:off x="-7229" y="-2522"/>
            <a:ext cx="1221751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992C5-451E-EC0E-D54A-B0AA21D57F04}"/>
              </a:ext>
            </a:extLst>
          </p:cNvPr>
          <p:cNvSpPr/>
          <p:nvPr/>
        </p:nvSpPr>
        <p:spPr>
          <a:xfrm>
            <a:off x="-7227" y="-5045"/>
            <a:ext cx="12217513" cy="6860523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4914C5-E872-F937-694B-9226A87D21A6}"/>
              </a:ext>
            </a:extLst>
          </p:cNvPr>
          <p:cNvSpPr/>
          <p:nvPr/>
        </p:nvSpPr>
        <p:spPr>
          <a:xfrm rot="10800000" flipH="1">
            <a:off x="7226" y="-5045"/>
            <a:ext cx="12203060" cy="6863044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BF5D5-EB9E-9501-6A32-C2BB4C8ED6A7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768E01-CF59-AC8E-6819-61512B528C04}"/>
              </a:ext>
            </a:extLst>
          </p:cNvPr>
          <p:cNvSpPr/>
          <p:nvPr/>
        </p:nvSpPr>
        <p:spPr>
          <a:xfrm rot="8431052" flipH="1">
            <a:off x="1403739" y="524809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865A1-AC73-67A9-BC14-E75D3F26BDE9}"/>
              </a:ext>
            </a:extLst>
          </p:cNvPr>
          <p:cNvSpPr/>
          <p:nvPr/>
        </p:nvSpPr>
        <p:spPr>
          <a:xfrm rot="16200000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807208"/>
            <a:ext cx="7644384" cy="334670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54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4C9194-A5BD-344A-9074-513C3CD0579B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682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2555FD-4C27-26F9-D396-F44BD2552350}"/>
              </a:ext>
            </a:extLst>
          </p:cNvPr>
          <p:cNvSpPr/>
          <p:nvPr/>
        </p:nvSpPr>
        <p:spPr>
          <a:xfrm flipH="1"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D9F56-D5FE-5416-E898-561CCD18E63E}"/>
              </a:ext>
            </a:extLst>
          </p:cNvPr>
          <p:cNvSpPr/>
          <p:nvPr/>
        </p:nvSpPr>
        <p:spPr>
          <a:xfrm>
            <a:off x="-7226" y="2522"/>
            <a:ext cx="12210294" cy="685547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E312D2-549E-F681-7F68-B8AAD2F7696A}"/>
              </a:ext>
            </a:extLst>
          </p:cNvPr>
          <p:cNvSpPr/>
          <p:nvPr/>
        </p:nvSpPr>
        <p:spPr>
          <a:xfrm rot="10800000" flipH="1">
            <a:off x="383414" y="0"/>
            <a:ext cx="11826874" cy="6858000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4FFFC-E214-3024-4ED7-32DAAA7A66E0}"/>
              </a:ext>
            </a:extLst>
          </p:cNvPr>
          <p:cNvSpPr/>
          <p:nvPr/>
        </p:nvSpPr>
        <p:spPr>
          <a:xfrm rot="5400000" flipH="1">
            <a:off x="4945773" y="-4953002"/>
            <a:ext cx="2286000" cy="12192001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3C23C4-6670-C4D3-CA25-EAF7EB91AC78}"/>
              </a:ext>
            </a:extLst>
          </p:cNvPr>
          <p:cNvSpPr/>
          <p:nvPr/>
        </p:nvSpPr>
        <p:spPr>
          <a:xfrm rot="10800000">
            <a:off x="3048" y="-5047"/>
            <a:ext cx="12188952" cy="6420678"/>
          </a:xfrm>
          <a:prstGeom prst="rect">
            <a:avLst/>
          </a:prstGeom>
          <a:gradFill>
            <a:gsLst>
              <a:gs pos="0">
                <a:srgbClr val="FA0036">
                  <a:alpha val="22000"/>
                </a:srgbClr>
              </a:gs>
              <a:gs pos="52000">
                <a:srgbClr val="FF907A">
                  <a:alpha val="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F9AED1-BD83-3598-C1F0-DC7ED0150981}"/>
              </a:ext>
            </a:extLst>
          </p:cNvPr>
          <p:cNvSpPr/>
          <p:nvPr/>
        </p:nvSpPr>
        <p:spPr>
          <a:xfrm rot="20481594" flipH="1">
            <a:off x="6172247" y="62627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6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A266D8-0668-1443-A720-3877CA3875F1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5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B5C5E01-6047-09D9-CA8C-ACF771ED4F5F}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35CD2-2790-A02E-C1A3-EB251A110779}"/>
              </a:ext>
            </a:extLst>
          </p:cNvPr>
          <p:cNvSpPr/>
          <p:nvPr/>
        </p:nvSpPr>
        <p:spPr>
          <a:xfrm flipH="1">
            <a:off x="-2" y="0"/>
            <a:ext cx="6096000" cy="6858000"/>
          </a:xfrm>
          <a:prstGeom prst="rect">
            <a:avLst/>
          </a:prstGeom>
          <a:gradFill>
            <a:gsLst>
              <a:gs pos="8000">
                <a:srgbClr val="FF907A"/>
              </a:gs>
              <a:gs pos="100000">
                <a:srgbClr val="DA002F">
                  <a:alpha val="88627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BCFA5-D41F-08E8-0C59-3B6D1AE8FC85}"/>
              </a:ext>
            </a:extLst>
          </p:cNvPr>
          <p:cNvSpPr/>
          <p:nvPr/>
        </p:nvSpPr>
        <p:spPr>
          <a:xfrm flipH="1">
            <a:off x="0" y="17416"/>
            <a:ext cx="5067300" cy="6840156"/>
          </a:xfrm>
          <a:prstGeom prst="rect">
            <a:avLst/>
          </a:prstGeom>
          <a:gradFill>
            <a:gsLst>
              <a:gs pos="22000">
                <a:srgbClr val="FF5076">
                  <a:alpha val="0"/>
                </a:srgbClr>
              </a:gs>
              <a:gs pos="99000">
                <a:srgbClr val="92248E">
                  <a:alpha val="91765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33A7D-2BA4-F824-376C-8607C290E93B}"/>
              </a:ext>
            </a:extLst>
          </p:cNvPr>
          <p:cNvSpPr/>
          <p:nvPr/>
        </p:nvSpPr>
        <p:spPr>
          <a:xfrm rot="5400000" flipH="1">
            <a:off x="-20998" y="723590"/>
            <a:ext cx="6595192" cy="5638799"/>
          </a:xfrm>
          <a:prstGeom prst="rect">
            <a:avLst/>
          </a:prstGeom>
          <a:gradFill>
            <a:gsLst>
              <a:gs pos="2000">
                <a:srgbClr val="DA002F">
                  <a:alpha val="18824"/>
                </a:srgbClr>
              </a:gs>
              <a:gs pos="57000">
                <a:srgbClr val="FE4A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FC381E-3DA3-22D7-F3CB-6FF3B17D6865}"/>
              </a:ext>
            </a:extLst>
          </p:cNvPr>
          <p:cNvSpPr/>
          <p:nvPr/>
        </p:nvSpPr>
        <p:spPr>
          <a:xfrm rot="12508972">
            <a:off x="652110" y="71618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2745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4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C3E31A6-6BA4-5A45-9D1C-E2060CC6DC5F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38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3"/>
            <a:ext cx="12191998" cy="449257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742"/>
            <a:ext cx="6281929" cy="449258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1014984"/>
            <a:ext cx="4489704" cy="1463040"/>
          </a:xfrm>
        </p:spPr>
        <p:txBody>
          <a:bodyPr anchor="t">
            <a:normAutofit/>
          </a:bodyPr>
          <a:lstStyle>
            <a:lvl1pPr>
              <a:defRPr sz="4000" cap="all" spc="7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6281928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86600" y="2633472"/>
            <a:ext cx="4498848" cy="2980944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685800" indent="-2286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12D557A-A91A-0947-AA03-7F7796595D9E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72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9FF914-ECFF-A4E1-AD86-108676B324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8606AF-234E-F01C-E350-3E326E5ABE30}"/>
              </a:ext>
            </a:extLst>
          </p:cNvPr>
          <p:cNvSpPr/>
          <p:nvPr/>
        </p:nvSpPr>
        <p:spPr>
          <a:xfrm>
            <a:off x="-11209" y="0"/>
            <a:ext cx="12203208" cy="1698952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FF8463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E6AE3A-A1C7-E9CA-615A-87942C8FD35D}"/>
              </a:ext>
            </a:extLst>
          </p:cNvPr>
          <p:cNvSpPr/>
          <p:nvPr/>
        </p:nvSpPr>
        <p:spPr>
          <a:xfrm>
            <a:off x="-11210" y="4199"/>
            <a:ext cx="8126510" cy="1694753"/>
          </a:xfrm>
          <a:prstGeom prst="rect">
            <a:avLst/>
          </a:prstGeom>
          <a:gradFill>
            <a:gsLst>
              <a:gs pos="37000">
                <a:srgbClr val="FF6C4F">
                  <a:alpha val="41961"/>
                </a:srgbClr>
              </a:gs>
              <a:gs pos="99000">
                <a:srgbClr val="DA002F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82EBC-AF50-5C78-B731-0C4380660AF5}"/>
              </a:ext>
            </a:extLst>
          </p:cNvPr>
          <p:cNvSpPr/>
          <p:nvPr/>
        </p:nvSpPr>
        <p:spPr>
          <a:xfrm>
            <a:off x="5466" y="-6046"/>
            <a:ext cx="12197741" cy="1694753"/>
          </a:xfrm>
          <a:prstGeom prst="rect">
            <a:avLst/>
          </a:prstGeom>
          <a:gradFill>
            <a:gsLst>
              <a:gs pos="32000">
                <a:srgbClr val="D861D4">
                  <a:alpha val="0"/>
                </a:srgbClr>
              </a:gs>
              <a:gs pos="100000">
                <a:srgbClr val="93258E">
                  <a:alpha val="65882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2203703"/>
            <a:ext cx="9875520" cy="4067623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43C4E2-F4CD-BA4C-A018-8925D2DF0C54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91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103120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103120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A8154-D079-BD42-B7EC-1E0E442CCC7F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8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813048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1371" y="1600200"/>
            <a:ext cx="4892656" cy="3657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80B46-8E8E-1A4A-ADB8-243288D4CB57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798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611880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1600200"/>
            <a:ext cx="6135624" cy="4297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6ECE-4A16-1945-BF1B-AEEAE9D23507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70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3547872" cy="496519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704088"/>
            <a:ext cx="6394704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83668-FB99-5D43-9580-BEE3476D64A5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95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916936" cy="2916936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88626" y="704088"/>
            <a:ext cx="713232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02D59BC-A996-E54C-816B-24F844A6F53E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800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68DFF7-84C4-DA92-2628-88F515669E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58C6A-FFB7-7F91-94AA-423822AA8C38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B507E-31E7-16F8-CF5C-A1250BA873D8}"/>
              </a:ext>
            </a:extLst>
          </p:cNvPr>
          <p:cNvSpPr/>
          <p:nvPr/>
        </p:nvSpPr>
        <p:spPr>
          <a:xfrm flipH="1">
            <a:off x="8022440" y="6406116"/>
            <a:ext cx="4169557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640080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640080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3F47ADC-E381-68F6-8F09-4B69A1B925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22440" y="603504"/>
            <a:ext cx="35538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83E1D-B6B2-5E4D-B682-7064D4FD3D14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545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71C36B-E56C-A499-1D3F-AC8DC09B0A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C72D07-FB95-F16C-6535-C8AEB3ACAFA0}"/>
              </a:ext>
            </a:extLst>
          </p:cNvPr>
          <p:cNvSpPr/>
          <p:nvPr/>
        </p:nvSpPr>
        <p:spPr>
          <a:xfrm rot="10800000" flipH="1">
            <a:off x="0" y="6408316"/>
            <a:ext cx="12192000" cy="449684"/>
          </a:xfrm>
          <a:prstGeom prst="rect">
            <a:avLst/>
          </a:prstGeom>
          <a:gradFill>
            <a:gsLst>
              <a:gs pos="14000">
                <a:srgbClr val="FE4A00">
                  <a:alpha val="27843"/>
                </a:srgbClr>
              </a:gs>
              <a:gs pos="100000">
                <a:srgbClr val="DA002F">
                  <a:alpha val="84706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AA119A-27E9-C86D-0929-AC7B5A35BD16}"/>
              </a:ext>
            </a:extLst>
          </p:cNvPr>
          <p:cNvSpPr/>
          <p:nvPr/>
        </p:nvSpPr>
        <p:spPr>
          <a:xfrm flipH="1">
            <a:off x="3807553" y="6408316"/>
            <a:ext cx="8384444" cy="449684"/>
          </a:xfrm>
          <a:prstGeom prst="rect">
            <a:avLst/>
          </a:prstGeom>
          <a:gradFill>
            <a:gsLst>
              <a:gs pos="9000">
                <a:srgbClr val="D861D4">
                  <a:alpha val="67843"/>
                </a:srgbClr>
              </a:gs>
              <a:gs pos="99000">
                <a:srgbClr val="92248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6DF379E-0D41-B503-1F7F-4E6B2B90CC4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3" y="603504"/>
            <a:ext cx="31925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4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F2A90FBD-A42C-904B-8CC1-5C64987D511E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2395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541EC5E-2E3A-29A5-7F01-3D098A93FA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DB1A6A-A82E-C28C-BC71-E59067A1D47F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683A0-4783-F398-8347-7EAF3DEE633C}"/>
              </a:ext>
            </a:extLst>
          </p:cNvPr>
          <p:cNvSpPr/>
          <p:nvPr/>
        </p:nvSpPr>
        <p:spPr>
          <a:xfrm flipH="1">
            <a:off x="8491125" y="6406116"/>
            <a:ext cx="370087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917188-FC72-8B54-8EBD-7107C6956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91126" y="603504"/>
            <a:ext cx="3085177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9E5E6-9CC9-DC42-B520-4093E0719682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67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00FDF4-E04E-45E3-73D7-9BD1BD2BCA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</a:extLst>
          </p:cNvPr>
          <p:cNvSpPr/>
          <p:nvPr/>
        </p:nvSpPr>
        <p:spPr>
          <a:xfrm flipH="1">
            <a:off x="5247320" y="6400799"/>
            <a:ext cx="6944677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475488"/>
            <a:ext cx="544068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567FAE1-288E-FD4A-3F64-DC3B7101D93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4643816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3912" y="1856232"/>
            <a:ext cx="544068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913992-B8EA-FD20-FD4D-5B72B7A440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2FE62AF-2E9E-0042-A8B9-2E2579A8DDB3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201357-21DD-EA1C-08A2-FA2DAB22507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879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205052-C3B6-6D2C-A5A8-3EFDF993E7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1E3123-7D9E-2A08-F196-CDF340945D9D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22AD7-5E04-F73B-69E6-5FA92F998C90}"/>
              </a:ext>
            </a:extLst>
          </p:cNvPr>
          <p:cNvSpPr/>
          <p:nvPr/>
        </p:nvSpPr>
        <p:spPr>
          <a:xfrm flipH="1">
            <a:off x="7284615" y="6400799"/>
            <a:ext cx="4907382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6681111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3DFAAC-518E-EF4A-99C0-EC6AB2CECAC7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524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7562434" y="6406116"/>
            <a:ext cx="462956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7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2843784" cy="51114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62436" y="0"/>
            <a:ext cx="4629564" cy="640994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9AF49B6-FCFF-FC42-856D-E69BECEEBE6A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696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8305800" y="6406116"/>
            <a:ext cx="3886200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8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3776472" cy="534770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05800" y="0"/>
            <a:ext cx="3886200" cy="640611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FC726D4-5D76-BF45-8DAB-3FCB43D33400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9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270C72-937F-4EEB-59FB-6FC29DF457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ABC61-0C94-EB2C-729D-13A2A74C04A2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3E17B-3D55-4567-37F8-1842ADBFD144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923544"/>
            <a:ext cx="3840480" cy="2505456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29184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3511295"/>
            <a:ext cx="6172200" cy="260628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BF977E1-D29B-334F-8C18-0CAE351B996D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097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016717-EA73-3C76-64BF-8AA29BC563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460BC6-378A-8F4F-1D44-FA6677F92D4E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C97FE-4F82-FCF7-08CC-137F322BADB5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2688"/>
            <a:ext cx="3392424" cy="3182112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9593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4206240"/>
            <a:ext cx="6172200" cy="164592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5F68BDF-DCE8-E944-83F8-3774D5AABFB3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562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1"/>
            <a:ext cx="12191998" cy="449259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314"/>
            <a:ext cx="7783998" cy="449686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7783999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2852928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E9D6DE9-80E0-A24A-B768-DE14897FB9D7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6550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471F3A-3E6D-0DF1-74AB-CC9D04CFA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ED10C-5619-54D2-5D2D-E5D0A3E26E93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96777-297F-86C7-883A-2CA5E5F7CD86}"/>
              </a:ext>
            </a:extLst>
          </p:cNvPr>
          <p:cNvSpPr/>
          <p:nvPr/>
        </p:nvSpPr>
        <p:spPr>
          <a:xfrm flipH="1">
            <a:off x="6158536" y="6400799"/>
            <a:ext cx="6033460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12064"/>
            <a:ext cx="10844784" cy="117043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6A79F2-1363-2482-D116-A2760202AE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1984247"/>
            <a:ext cx="6214110" cy="387983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9959" y="1984248"/>
            <a:ext cx="3876346" cy="3879839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FE69C-57AA-3844-8D83-11A5FB24D5C8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206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E99FD1-4C4F-942E-5C24-C7F30C3E10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093A5D-CF9E-656F-6E4D-BBE26617BBEC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037C8-31EA-E42D-7880-3FC907A897D8}"/>
              </a:ext>
            </a:extLst>
          </p:cNvPr>
          <p:cNvSpPr/>
          <p:nvPr/>
        </p:nvSpPr>
        <p:spPr>
          <a:xfrm flipH="1">
            <a:off x="4380987" y="6400799"/>
            <a:ext cx="7811009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86200"/>
            <a:ext cx="3649468" cy="204825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72D447-6660-458A-13D3-C4FF070386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18" y="0"/>
            <a:ext cx="3520440" cy="364845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8072" y="704088"/>
            <a:ext cx="6428232" cy="5230368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CEE1-7271-854E-9B59-50BEE3B5DFC8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499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75F419-3BE9-4269-E538-DB069E0C32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EA2F20-DFC9-8EAE-10DC-BC89113C2D4F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C5968-63F8-AF79-49F2-4D9E9C22DD6B}"/>
              </a:ext>
            </a:extLst>
          </p:cNvPr>
          <p:cNvSpPr/>
          <p:nvPr/>
        </p:nvSpPr>
        <p:spPr>
          <a:xfrm flipH="1">
            <a:off x="3626812" y="6400799"/>
            <a:ext cx="8565184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895292" cy="1581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3F22A9-E31A-48F3-DD64-8A17645324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2368296"/>
            <a:ext cx="278892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128" y="704088"/>
            <a:ext cx="7123176" cy="5175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0D4C7-49EF-D542-ACF5-246AADBDB265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9502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034161-664F-95F7-2318-8455D39DC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F5F8B4-8FF0-1254-0A5B-CC22084F6C2D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4E1ECA-F93C-A483-C4F1-29C42597B7D2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6865F-89CC-BE15-EAA2-7DE6517391D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AFE0B0-2261-5CA7-AE61-EDC374B643E3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AA7DB0-DE62-3BEE-FB72-481649D63F9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CEE29-6799-F2C5-729F-491AE62D49D7}"/>
              </a:ext>
            </a:extLst>
          </p:cNvPr>
          <p:cNvSpPr/>
          <p:nvPr/>
        </p:nvSpPr>
        <p:spPr>
          <a:xfrm>
            <a:off x="-18286" y="4719145"/>
            <a:ext cx="12221346" cy="2148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974336"/>
            <a:ext cx="10433304" cy="14447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0704" y="704088"/>
            <a:ext cx="10661904" cy="3849624"/>
          </a:xfrm>
        </p:spPr>
        <p:txBody>
          <a:bodyPr anchor="b">
            <a:normAutofit/>
          </a:bodyPr>
          <a:lstStyle>
            <a:lvl1pPr marL="0" indent="0" algn="ctr">
              <a:buNone/>
              <a:defRPr sz="27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7D2B79-7ADB-674C-A792-B7A2C3C62D98}" type="datetime2">
              <a:rPr lang="es-ES" smtClean="0"/>
              <a:t>domingo, 10 de mayo de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432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BB2D57-DDE5-A73E-9F8B-DA3ACB699F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6F834-30C7-711B-1DA9-E85C7CC17F11}"/>
              </a:ext>
            </a:extLst>
          </p:cNvPr>
          <p:cNvSpPr/>
          <p:nvPr/>
        </p:nvSpPr>
        <p:spPr>
          <a:xfrm flipH="1">
            <a:off x="18287" y="-2522"/>
            <a:ext cx="12192000" cy="68655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66A7B6-C07F-DDF6-2DA7-A25316E3DB49}"/>
              </a:ext>
            </a:extLst>
          </p:cNvPr>
          <p:cNvSpPr/>
          <p:nvPr/>
        </p:nvSpPr>
        <p:spPr>
          <a:xfrm>
            <a:off x="-7227" y="-5045"/>
            <a:ext cx="12217513" cy="6868091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1767CC-CF27-DF8F-8449-932B71E7F814}"/>
              </a:ext>
            </a:extLst>
          </p:cNvPr>
          <p:cNvSpPr/>
          <p:nvPr/>
        </p:nvSpPr>
        <p:spPr>
          <a:xfrm rot="10800000" flipH="1">
            <a:off x="429475" y="-5045"/>
            <a:ext cx="11788038" cy="6863044"/>
          </a:xfrm>
          <a:prstGeom prst="rect">
            <a:avLst/>
          </a:prstGeom>
          <a:gradFill>
            <a:gsLst>
              <a:gs pos="0">
                <a:srgbClr val="FA0036">
                  <a:alpha val="3922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DF59EC-E66B-10C0-FD29-4F5A7C07CC05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4A4547-53B1-493D-CE90-DA2AB946D64A}"/>
              </a:ext>
            </a:extLst>
          </p:cNvPr>
          <p:cNvSpPr/>
          <p:nvPr/>
        </p:nvSpPr>
        <p:spPr>
          <a:xfrm rot="16200000">
            <a:off x="-900224" y="892997"/>
            <a:ext cx="6860522" cy="5074531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809744"/>
            <a:ext cx="8156448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14800"/>
          </a:xfrm>
        </p:spPr>
        <p:txBody>
          <a:bodyPr anchor="b">
            <a:normAutofit/>
          </a:bodyPr>
          <a:lstStyle>
            <a:lvl1pPr marL="0" indent="0" algn="ctr">
              <a:buNone/>
              <a:defRPr sz="25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EC025A-1672-FE41-9ABB-44E4CA929E01}" type="datetime2">
              <a:rPr lang="es-ES" smtClean="0"/>
              <a:t>domingo, 10 de mayo de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4123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603504"/>
            <a:ext cx="10863072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A37A2-4576-A749-B598-D36BAFE8EC2D}" type="datetime2">
              <a:rPr lang="es-ES" smtClean="0"/>
              <a:t>domingo, 10 de mayo de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1661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AFD00E-68E4-2C52-ADE7-B3CCEEF5D3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A70C64-A82F-539E-FA22-E9EDFA88F0CB}"/>
              </a:ext>
            </a:extLst>
          </p:cNvPr>
          <p:cNvSpPr/>
          <p:nvPr/>
        </p:nvSpPr>
        <p:spPr>
          <a:xfrm flipH="1">
            <a:off x="-1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51035-B1FE-075C-1780-50D3B30B2326}"/>
              </a:ext>
            </a:extLst>
          </p:cNvPr>
          <p:cNvSpPr/>
          <p:nvPr/>
        </p:nvSpPr>
        <p:spPr>
          <a:xfrm flipH="1">
            <a:off x="-6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594AB-F53B-583B-B352-D96F6BEA3EAE}"/>
              </a:ext>
            </a:extLst>
          </p:cNvPr>
          <p:cNvSpPr/>
          <p:nvPr/>
        </p:nvSpPr>
        <p:spPr>
          <a:xfrm rot="5400000" flipH="1">
            <a:off x="-1890835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16DC94B-3BDB-1A55-CF02-E0ACF543DF06}"/>
              </a:ext>
            </a:extLst>
          </p:cNvPr>
          <p:cNvSpPr/>
          <p:nvPr/>
        </p:nvSpPr>
        <p:spPr>
          <a:xfrm rot="10800000">
            <a:off x="-25" y="875999"/>
            <a:ext cx="2609262" cy="4648800"/>
          </a:xfrm>
          <a:custGeom>
            <a:avLst/>
            <a:gdLst>
              <a:gd name="connsiteX0" fmla="*/ 2324400 w 2609262"/>
              <a:gd name="connsiteY0" fmla="*/ 4648800 h 4648800"/>
              <a:gd name="connsiteX1" fmla="*/ 0 w 2609262"/>
              <a:gd name="connsiteY1" fmla="*/ 2324400 h 4648800"/>
              <a:gd name="connsiteX2" fmla="*/ 2324400 w 2609262"/>
              <a:gd name="connsiteY2" fmla="*/ 0 h 4648800"/>
              <a:gd name="connsiteX3" fmla="*/ 2562056 w 2609262"/>
              <a:gd name="connsiteY3" fmla="*/ 12001 h 4648800"/>
              <a:gd name="connsiteX4" fmla="*/ 2609262 w 2609262"/>
              <a:gd name="connsiteY4" fmla="*/ 19205 h 4648800"/>
              <a:gd name="connsiteX5" fmla="*/ 2609262 w 2609262"/>
              <a:gd name="connsiteY5" fmla="*/ 4629595 h 4648800"/>
              <a:gd name="connsiteX6" fmla="*/ 2562056 w 2609262"/>
              <a:gd name="connsiteY6" fmla="*/ 4636799 h 4648800"/>
              <a:gd name="connsiteX7" fmla="*/ 2324400 w 2609262"/>
              <a:gd name="connsiteY7" fmla="*/ 4648800 h 46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9262" h="4648800">
                <a:moveTo>
                  <a:pt x="2324400" y="4648800"/>
                </a:moveTo>
                <a:cubicBezTo>
                  <a:pt x="1040669" y="4648800"/>
                  <a:pt x="0" y="3608131"/>
                  <a:pt x="0" y="2324400"/>
                </a:cubicBezTo>
                <a:cubicBezTo>
                  <a:pt x="0" y="1040669"/>
                  <a:pt x="1040669" y="0"/>
                  <a:pt x="2324400" y="0"/>
                </a:cubicBezTo>
                <a:cubicBezTo>
                  <a:pt x="2404633" y="0"/>
                  <a:pt x="2483917" y="4065"/>
                  <a:pt x="2562056" y="12001"/>
                </a:cubicBezTo>
                <a:lnTo>
                  <a:pt x="2609262" y="19205"/>
                </a:lnTo>
                <a:lnTo>
                  <a:pt x="2609262" y="4629595"/>
                </a:lnTo>
                <a:lnTo>
                  <a:pt x="2562056" y="4636799"/>
                </a:lnTo>
                <a:cubicBezTo>
                  <a:pt x="2483917" y="4644735"/>
                  <a:pt x="2404633" y="4648800"/>
                  <a:pt x="2324400" y="4648800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97458" y="731520"/>
            <a:ext cx="6794097" cy="555955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F21B50-477A-F941-93D7-C6D030B82576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350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978408"/>
            <a:ext cx="10177272" cy="4837176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48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40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63FF7-E85E-0A47-AB01-9B00E0A5705F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717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09A4D1-63C5-2E23-5C6B-F8AF947821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070271-1317-4457-72C3-9560AF9D7416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3EA2358-7C35-E7F3-E8C3-3D28909E4016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347F1A-F45E-1DB5-00F2-8254D6979D4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CF8B62-DFD0-EBF8-5BB9-282EB5B6124B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BCED88-F67D-F1DB-27DB-72BF0D6DDBF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6EBBFD2-5112-E929-5402-0348DC2938AB}"/>
              </a:ext>
            </a:extLst>
          </p:cNvPr>
          <p:cNvSpPr/>
          <p:nvPr/>
        </p:nvSpPr>
        <p:spPr>
          <a:xfrm rot="12508972">
            <a:off x="5465204" y="1877618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69311F-FD36-C119-8B93-522F477634FB}"/>
              </a:ext>
            </a:extLst>
          </p:cNvPr>
          <p:cNvSpPr/>
          <p:nvPr/>
        </p:nvSpPr>
        <p:spPr>
          <a:xfrm flipV="1">
            <a:off x="-18286" y="-5046"/>
            <a:ext cx="12221346" cy="509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19" y="731520"/>
            <a:ext cx="9181224" cy="3806425"/>
          </a:xfr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buNone/>
              <a:defRPr sz="46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4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2CEB1-7DE6-2F4A-9C2E-4D05FEE39FB9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8681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C6A6A9-A341-BF9D-FA80-3868D42AC7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9BFB5-5C25-0FCB-27C7-A478767CACAC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B5F22C-2988-B6EC-AA0B-D03BCA1A0B45}"/>
              </a:ext>
            </a:extLst>
          </p:cNvPr>
          <p:cNvSpPr/>
          <p:nvPr/>
        </p:nvSpPr>
        <p:spPr>
          <a:xfrm rot="10800000" flipH="1">
            <a:off x="1009651" y="4853253"/>
            <a:ext cx="10172700" cy="976045"/>
          </a:xfrm>
          <a:prstGeom prst="rect">
            <a:avLst/>
          </a:prstGeom>
          <a:gradFill>
            <a:gsLst>
              <a:gs pos="0">
                <a:srgbClr val="FE4A00">
                  <a:alpha val="66667"/>
                </a:srgbClr>
              </a:gs>
              <a:gs pos="100000">
                <a:srgbClr val="9C2C97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9EC5E-5DB0-5907-06E8-B18F1AE29144}"/>
              </a:ext>
            </a:extLst>
          </p:cNvPr>
          <p:cNvSpPr/>
          <p:nvPr/>
        </p:nvSpPr>
        <p:spPr>
          <a:xfrm flipH="1">
            <a:off x="1009648" y="4853256"/>
            <a:ext cx="7105652" cy="976043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0056"/>
            <a:ext cx="9198864" cy="64922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1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20824" y="1737360"/>
            <a:ext cx="8156448" cy="25694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3500">
                <a:latin typeface="+mj-lt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362E76-6664-9841-B4E8-60C1F109236C}" type="datetime2">
              <a:rPr lang="es-ES" smtClean="0"/>
              <a:t>domingo, 10 de mayo de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731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F513F4-C880-287E-B00A-BD9B413CB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8A6AB-C3A8-7501-6BC6-83CFA6C0F9A3}"/>
              </a:ext>
            </a:extLst>
          </p:cNvPr>
          <p:cNvSpPr/>
          <p:nvPr/>
        </p:nvSpPr>
        <p:spPr>
          <a:xfrm>
            <a:off x="1009651" y="1028698"/>
            <a:ext cx="10172706" cy="4800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F9668-0C20-D45C-536B-66FBB7F30C45}"/>
              </a:ext>
            </a:extLst>
          </p:cNvPr>
          <p:cNvSpPr/>
          <p:nvPr/>
        </p:nvSpPr>
        <p:spPr>
          <a:xfrm flipH="1">
            <a:off x="1009649" y="1028699"/>
            <a:ext cx="10174534" cy="4800598"/>
          </a:xfrm>
          <a:prstGeom prst="rect">
            <a:avLst/>
          </a:prstGeom>
          <a:gradFill>
            <a:gsLst>
              <a:gs pos="9000">
                <a:srgbClr val="FF9265"/>
              </a:gs>
              <a:gs pos="95000">
                <a:srgbClr val="DA002F">
                  <a:alpha val="79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2C855-B15C-090B-5493-3D36B8A52654}"/>
              </a:ext>
            </a:extLst>
          </p:cNvPr>
          <p:cNvSpPr/>
          <p:nvPr/>
        </p:nvSpPr>
        <p:spPr>
          <a:xfrm rot="10800000" flipH="1">
            <a:off x="1005991" y="4421079"/>
            <a:ext cx="10176358" cy="1408215"/>
          </a:xfrm>
          <a:prstGeom prst="rect">
            <a:avLst/>
          </a:prstGeom>
          <a:gradFill>
            <a:gsLst>
              <a:gs pos="26000">
                <a:srgbClr val="BA0267">
                  <a:alpha val="0"/>
                </a:srgbClr>
              </a:gs>
              <a:gs pos="95000">
                <a:srgbClr val="9B3597">
                  <a:alpha val="62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81CB20-1010-8C73-0086-CAB904E4B99D}"/>
              </a:ext>
            </a:extLst>
          </p:cNvPr>
          <p:cNvSpPr/>
          <p:nvPr/>
        </p:nvSpPr>
        <p:spPr>
          <a:xfrm rot="5400000" flipH="1">
            <a:off x="3568444" y="-1531928"/>
            <a:ext cx="4800598" cy="9921854"/>
          </a:xfrm>
          <a:prstGeom prst="rect">
            <a:avLst/>
          </a:prstGeom>
          <a:gradFill>
            <a:gsLst>
              <a:gs pos="22000">
                <a:srgbClr val="A60296">
                  <a:alpha val="49000"/>
                </a:srgbClr>
              </a:gs>
              <a:gs pos="99000">
                <a:srgbClr val="DA002F">
                  <a:alpha val="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2224" y="4736592"/>
            <a:ext cx="8349303" cy="7955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200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481328"/>
            <a:ext cx="8001000" cy="2752344"/>
          </a:xfrm>
        </p:spPr>
        <p:txBody>
          <a:bodyPr vert="horz" lIns="91440" tIns="45720" rIns="91440" bIns="45720" rtlCol="0" anchor="ctr">
            <a:normAutofit/>
          </a:bodyPr>
          <a:lstStyle>
            <a:lvl1pPr marL="128016" indent="-137160">
              <a:lnSpc>
                <a:spcPct val="110000"/>
              </a:lnSpc>
              <a:buNone/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3B348E-E60D-074C-AAF2-DC7392594431}" type="datetime2">
              <a:rPr lang="es-ES" smtClean="0"/>
              <a:t>domingo, 10 de mayo de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670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9A9201-705F-55B6-3F46-D68411A32E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BBA50-2898-3426-D749-CD2833395810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BEDF5-EA71-E3BD-29EA-A8A58B1227EE}"/>
              </a:ext>
            </a:extLst>
          </p:cNvPr>
          <p:cNvSpPr/>
          <p:nvPr/>
        </p:nvSpPr>
        <p:spPr>
          <a:xfrm flipH="1">
            <a:off x="8115303" y="1028698"/>
            <a:ext cx="3086100" cy="4800599"/>
          </a:xfrm>
          <a:prstGeom prst="rect">
            <a:avLst/>
          </a:prstGeom>
          <a:gradFill>
            <a:gsLst>
              <a:gs pos="0">
                <a:srgbClr val="FE4A00">
                  <a:alpha val="81000"/>
                </a:srgbClr>
              </a:gs>
              <a:gs pos="100000">
                <a:srgbClr val="9C2C97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BA6F75-CEBF-CDAC-9F4B-3C794F813211}"/>
              </a:ext>
            </a:extLst>
          </p:cNvPr>
          <p:cNvSpPr/>
          <p:nvPr/>
        </p:nvSpPr>
        <p:spPr>
          <a:xfrm rot="10800000" flipH="1">
            <a:off x="8124832" y="1028696"/>
            <a:ext cx="3076572" cy="3584648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1352" y="1792224"/>
            <a:ext cx="2322576" cy="3465576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360" y="1399032"/>
            <a:ext cx="5751576" cy="4041648"/>
          </a:xfrm>
        </p:spPr>
        <p:txBody>
          <a:bodyPr vert="horz" lIns="91440" tIns="45720" rIns="91440" bIns="45720" rtlCol="0" anchor="ctr">
            <a:normAutofit/>
          </a:bodyPr>
          <a:lstStyle>
            <a:lvl1pPr marL="182880" indent="-182880">
              <a:lnSpc>
                <a:spcPct val="110000"/>
              </a:lnSpc>
              <a:spcBef>
                <a:spcPts val="0"/>
              </a:spcBef>
              <a:buNone/>
              <a:defRPr lang="en-US" sz="3400" b="1" dirty="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E9D3D5-48FA-3E49-A005-15CB8765DA99}" type="datetime2">
              <a:rPr lang="es-ES" smtClean="0"/>
              <a:t>domingo, 10 de mayo de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061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294248"/>
            <a:ext cx="10844784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1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1384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4277C-5260-5243-8D11-8EA3FDC3822A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457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10844784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07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0622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A201-728B-1148-9AD1-89D8AAB3B42C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001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64C3C-8DBC-414E-BA75-C2B0E23BCA18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875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987A-392E-AF40-A8DF-968D92EC6FF9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135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39309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7D728-7A52-0F45-80A0-81615BBAB8B8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15417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826137"/>
            <a:ext cx="3310128" cy="3153877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E5A5D34-8853-9D0F-8F1B-90E5CC5A7D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1313" y="603504"/>
            <a:ext cx="6154737" cy="537651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27D0A-95B1-2344-BFF4-918513C57D49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454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0E46A2F-19F0-DFCD-9CE3-04C79F793D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1DC8D0-ECB3-9C81-4ADA-D2C30B00B146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9673D-65B2-D6C4-C53F-8652E7E8A8A2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2E07E3-56CC-285D-C461-695C95F6ECD4}"/>
              </a:ext>
            </a:extLst>
          </p:cNvPr>
          <p:cNvSpPr/>
          <p:nvPr/>
        </p:nvSpPr>
        <p:spPr>
          <a:xfrm rot="10800000">
            <a:off x="8115300" y="-1"/>
            <a:ext cx="4076700" cy="3200400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13C450-5422-C684-DC49-499D1A1B957B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10881360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3657600"/>
            <a:ext cx="10881360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33F2B9-9EAC-554A-B5CA-50BBD1CFD9A6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35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875154-47EA-9315-F160-02DA5541D6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17130E-6216-789E-BE08-6D1E3E75622B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99983-7B9C-7C3D-25C2-1715A4226DE4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92B90-6109-F01B-1ABB-6BED7A1F1389}"/>
              </a:ext>
            </a:extLst>
          </p:cNvPr>
          <p:cNvSpPr/>
          <p:nvPr/>
        </p:nvSpPr>
        <p:spPr>
          <a:xfrm rot="10800000">
            <a:off x="8115300" y="-5"/>
            <a:ext cx="4076700" cy="3200404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8F1BDFB-261A-F796-17BC-584DAB2E77B1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9994392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931920"/>
            <a:ext cx="9994392" cy="180672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  <a:lvl2pPr marL="228600" indent="0">
              <a:buNone/>
              <a:defRPr lang="en-US" sz="2000" dirty="0"/>
            </a:lvl2pPr>
            <a:lvl3pPr marL="457200" indent="0">
              <a:buNone/>
              <a:defRPr lang="en-US" sz="1800" dirty="0"/>
            </a:lvl3pPr>
            <a:lvl4pPr marL="685800" indent="0">
              <a:buNone/>
              <a:defRPr lang="en-US" sz="16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C055C4E-6D01-DD47-B342-9A6FED74D304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14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E3211F5-0F92-9768-CA9E-42BD20D242AD}"/>
              </a:ext>
            </a:extLst>
          </p:cNvPr>
          <p:cNvSpPr/>
          <p:nvPr/>
        </p:nvSpPr>
        <p:spPr>
          <a:xfrm rot="10800000" flipH="1">
            <a:off x="0" y="6410026"/>
            <a:ext cx="12192000" cy="448056"/>
          </a:xfrm>
          <a:prstGeom prst="rect">
            <a:avLst/>
          </a:prstGeom>
          <a:gradFill>
            <a:gsLst>
              <a:gs pos="62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65722-DE3B-A05F-AE94-E31AF26EBF9D}"/>
              </a:ext>
            </a:extLst>
          </p:cNvPr>
          <p:cNvSpPr/>
          <p:nvPr/>
        </p:nvSpPr>
        <p:spPr>
          <a:xfrm flipH="1">
            <a:off x="4076700" y="6409937"/>
            <a:ext cx="8115298" cy="448063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837944"/>
            <a:ext cx="9985248" cy="435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581912" y="1682496"/>
            <a:ext cx="355701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Cristóbal Fuentes Molina — Proyecto Intermodular — 2° DAW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22008" y="6455664"/>
            <a:ext cx="46725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005239FE-AD67-2840-A684-6F2BB54DBAC7}" type="datetime2">
              <a:rPr lang="es-ES" smtClean="0"/>
              <a:t>domingo, 10 de mayo de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304" y="6455664"/>
            <a:ext cx="54864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spc="200" baseline="0"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410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  <p:sldLayoutId id="2147483880" r:id="rId17"/>
    <p:sldLayoutId id="2147483881" r:id="rId18"/>
    <p:sldLayoutId id="2147483882" r:id="rId19"/>
    <p:sldLayoutId id="2147483883" r:id="rId20"/>
    <p:sldLayoutId id="2147483884" r:id="rId21"/>
    <p:sldLayoutId id="2147483885" r:id="rId22"/>
    <p:sldLayoutId id="2147483886" r:id="rId23"/>
    <p:sldLayoutId id="2147483887" r:id="rId24"/>
    <p:sldLayoutId id="2147483888" r:id="rId25"/>
    <p:sldLayoutId id="2147483889" r:id="rId26"/>
    <p:sldLayoutId id="2147483890" r:id="rId27"/>
    <p:sldLayoutId id="2147483891" r:id="rId28"/>
    <p:sldLayoutId id="2147483892" r:id="rId29"/>
    <p:sldLayoutId id="2147483893" r:id="rId30"/>
    <p:sldLayoutId id="2147483894" r:id="rId31"/>
    <p:sldLayoutId id="2147483863" r:id="rId32"/>
    <p:sldLayoutId id="2147483895" r:id="rId33"/>
    <p:sldLayoutId id="2147483896" r:id="rId34"/>
    <p:sldLayoutId id="2147483897" r:id="rId35"/>
    <p:sldLayoutId id="2147483898" r:id="rId36"/>
    <p:sldLayoutId id="2147483899" r:id="rId37"/>
    <p:sldLayoutId id="2147483900" r:id="rId38"/>
    <p:sldLayoutId id="2147483901" r:id="rId39"/>
    <p:sldLayoutId id="2147483902" r:id="rId40"/>
    <p:sldLayoutId id="2147483907" r:id="rId41"/>
    <p:sldLayoutId id="2147483903" r:id="rId42"/>
    <p:sldLayoutId id="2147483904" r:id="rId43"/>
    <p:sldLayoutId id="2147483905" r:id="rId44"/>
    <p:sldLayoutId id="2147483906" r:id="rId45"/>
    <p:sldLayoutId id="2147483860" r:id="rId46"/>
    <p:sldLayoutId id="2147483861" r:id="rId47"/>
    <p:sldLayoutId id="2147483862" r:id="rId4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0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E1949-B780-9BF8-35D6-EA66AAF9F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anchor="ctr">
            <a:normAutofit/>
          </a:bodyPr>
          <a:lstStyle/>
          <a:p>
            <a:pPr algn="ctr"/>
            <a:r>
              <a:rPr lang="es-ES" sz="4400" dirty="0"/>
              <a:t>Gestor de turnos SAS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DA64309-09A8-4455-CF4B-A016BE25E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/>
          <a:lstStyle/>
          <a:p>
            <a:pPr algn="ctr"/>
            <a:r>
              <a:rPr lang="en-US" dirty="0"/>
              <a:t>Cristóbal Fuentes Molina</a:t>
            </a:r>
          </a:p>
          <a:p>
            <a:pPr algn="ctr"/>
            <a:r>
              <a:rPr lang="en-US" dirty="0"/>
              <a:t>Proyecto Intermodular</a:t>
            </a:r>
          </a:p>
          <a:p>
            <a:pPr algn="ctr"/>
            <a:r>
              <a:rPr lang="en-US" dirty="0"/>
              <a:t>2° DAW</a:t>
            </a:r>
          </a:p>
        </p:txBody>
      </p:sp>
      <p:pic>
        <p:nvPicPr>
          <p:cNvPr id="11" name="Marcador de posición de imagen 10">
            <a:extLst>
              <a:ext uri="{FF2B5EF4-FFF2-40B4-BE49-F238E27FC236}">
                <a16:creationId xmlns:a16="http://schemas.microsoft.com/office/drawing/2014/main" id="{95924471-6092-A6B6-CCA6-A6CEB2CDDB2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410" r="410"/>
          <a:stretch/>
        </p:blipFill>
        <p:spPr>
          <a:xfrm>
            <a:off x="0" y="11"/>
            <a:ext cx="5067300" cy="68579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10214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936F8-4464-9A28-D86B-F1D9EBB88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698" y="310896"/>
            <a:ext cx="7429606" cy="923544"/>
          </a:xfrm>
        </p:spPr>
        <p:txBody>
          <a:bodyPr anchor="ctr">
            <a:normAutofit/>
          </a:bodyPr>
          <a:lstStyle/>
          <a:p>
            <a:pPr algn="ctr"/>
            <a:r>
              <a:rPr lang="es-ES" sz="3000" dirty="0"/>
              <a:t>Problemas encontrados en sistema actual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67F5683-D876-315E-3D5E-EF98270AAFAD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15755849"/>
              </p:ext>
            </p:extLst>
          </p:nvPr>
        </p:nvGraphicFramePr>
        <p:xfrm>
          <a:off x="4146698" y="1137685"/>
          <a:ext cx="7429606" cy="4668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Marcador de posición de imagen 10">
            <a:extLst>
              <a:ext uri="{FF2B5EF4-FFF2-40B4-BE49-F238E27FC236}">
                <a16:creationId xmlns:a16="http://schemas.microsoft.com/office/drawing/2014/main" id="{4C91CAAB-2539-BF91-7463-B6E06421DF4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7"/>
          <a:srcRect l="8787" r="8787"/>
          <a:stretch/>
        </p:blipFill>
        <p:spPr>
          <a:xfrm>
            <a:off x="603250" y="603250"/>
            <a:ext cx="3192463" cy="5203825"/>
          </a:xfrm>
          <a:prstGeom prst="rect">
            <a:avLst/>
          </a:prstGeom>
          <a:noFill/>
        </p:spPr>
      </p:pic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7D1D874F-8F06-224D-7D34-B69E9A55C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6698" y="6450350"/>
            <a:ext cx="3394418" cy="36576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Cristóbal Fuentes Molina — Proyecto Intermodular — 2° DAW</a:t>
            </a:r>
          </a:p>
        </p:txBody>
      </p:sp>
    </p:spTree>
    <p:extLst>
      <p:ext uri="{BB962C8B-B14F-4D97-AF65-F5344CB8AC3E}">
        <p14:creationId xmlns:p14="http://schemas.microsoft.com/office/powerpoint/2010/main" val="914406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1A5E3-64D2-2F16-1A6F-3EBF565E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AD0F18-EF51-D012-B725-CD10E7B0B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anchor="ctr">
            <a:normAutofit/>
          </a:bodyPr>
          <a:lstStyle/>
          <a:p>
            <a:pPr algn="ctr"/>
            <a:r>
              <a:rPr lang="es-ES" sz="3000" dirty="0"/>
              <a:t>Soluciones aportadas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59C3034-AF53-323F-D7E7-97026907CC47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352112087"/>
              </p:ext>
            </p:extLst>
          </p:nvPr>
        </p:nvGraphicFramePr>
        <p:xfrm>
          <a:off x="4040372" y="1137685"/>
          <a:ext cx="7535932" cy="4668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Marcador de posición de imagen 10">
            <a:extLst>
              <a:ext uri="{FF2B5EF4-FFF2-40B4-BE49-F238E27FC236}">
                <a16:creationId xmlns:a16="http://schemas.microsoft.com/office/drawing/2014/main" id="{C9518899-1655-1DB8-AB44-E793765140D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7"/>
          <a:srcRect l="8787" r="8787"/>
          <a:stretch/>
        </p:blipFill>
        <p:spPr>
          <a:xfrm>
            <a:off x="603250" y="603250"/>
            <a:ext cx="3192463" cy="5203825"/>
          </a:xfrm>
          <a:prstGeom prst="rect">
            <a:avLst/>
          </a:prstGeom>
          <a:noFill/>
        </p:spPr>
      </p:pic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C768AE05-A624-09CC-7135-2748263B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6698" y="6450350"/>
            <a:ext cx="3394418" cy="36576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Cristóbal Fuentes Molina — Proyecto Intermodular — 2° DAW</a:t>
            </a:r>
          </a:p>
        </p:txBody>
      </p:sp>
    </p:spTree>
    <p:extLst>
      <p:ext uri="{BB962C8B-B14F-4D97-AF65-F5344CB8AC3E}">
        <p14:creationId xmlns:p14="http://schemas.microsoft.com/office/powerpoint/2010/main" val="1234887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122F2-72AA-C04F-4BFF-2992D654A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s-ES" dirty="0"/>
              <a:t>Tecnologías utilizadas</a:t>
            </a: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F6CE281A-E716-E1BF-75AD-1B100AA28AAA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631586784"/>
              </p:ext>
            </p:extLst>
          </p:nvPr>
        </p:nvGraphicFramePr>
        <p:xfrm>
          <a:off x="4718050" y="1381125"/>
          <a:ext cx="6858000" cy="4608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Marcador de posición de imagen 10">
            <a:extLst>
              <a:ext uri="{FF2B5EF4-FFF2-40B4-BE49-F238E27FC236}">
                <a16:creationId xmlns:a16="http://schemas.microsoft.com/office/drawing/2014/main" id="{1EF2D876-8FE3-6AF2-CACC-70F1AFD9705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7"/>
          <a:srcRect l="8787" r="8787"/>
          <a:stretch/>
        </p:blipFill>
        <p:spPr>
          <a:prstGeom prst="rect">
            <a:avLst/>
          </a:prstGeom>
          <a:noFill/>
        </p:spPr>
      </p:pic>
      <p:sp>
        <p:nvSpPr>
          <p:cNvPr id="8" name="Marcador de pie de página 6">
            <a:extLst>
              <a:ext uri="{FF2B5EF4-FFF2-40B4-BE49-F238E27FC236}">
                <a16:creationId xmlns:a16="http://schemas.microsoft.com/office/drawing/2014/main" id="{C9CCCABA-84D2-BB9E-E072-D9F342497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6698" y="6450350"/>
            <a:ext cx="3394418" cy="36576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Cristóbal Fuentes Molina — Proyecto Intermodular — 2° DAW</a:t>
            </a:r>
          </a:p>
        </p:txBody>
      </p:sp>
    </p:spTree>
    <p:extLst>
      <p:ext uri="{BB962C8B-B14F-4D97-AF65-F5344CB8AC3E}">
        <p14:creationId xmlns:p14="http://schemas.microsoft.com/office/powerpoint/2010/main" val="2948555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F977E-B080-30D5-2011-B82A9A7B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960120"/>
          </a:xfrm>
        </p:spPr>
        <p:txBody>
          <a:bodyPr anchor="ctr">
            <a:normAutofit/>
          </a:bodyPr>
          <a:lstStyle/>
          <a:p>
            <a:pPr algn="ctr"/>
            <a:r>
              <a:rPr lang="es-ES" dirty="0"/>
              <a:t>Roles de usuario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340471BF-584D-32B1-B6C0-1EDA158562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8328498"/>
              </p:ext>
            </p:extLst>
          </p:nvPr>
        </p:nvGraphicFramePr>
        <p:xfrm>
          <a:off x="1033272" y="1563624"/>
          <a:ext cx="998524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Marcador de pie de página 6">
            <a:extLst>
              <a:ext uri="{FF2B5EF4-FFF2-40B4-BE49-F238E27FC236}">
                <a16:creationId xmlns:a16="http://schemas.microsoft.com/office/drawing/2014/main" id="{E94B2D44-4736-E100-E309-8C56DDBFB81E}"/>
              </a:ext>
            </a:extLst>
          </p:cNvPr>
          <p:cNvSpPr txBox="1">
            <a:spLocks/>
          </p:cNvSpPr>
          <p:nvPr/>
        </p:nvSpPr>
        <p:spPr>
          <a:xfrm>
            <a:off x="4146698" y="6450350"/>
            <a:ext cx="339441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l" defTabSz="914400" rtl="0" eaLnBrk="1" latinLnBrk="0" hangingPunct="1">
              <a:defRPr sz="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</a:rPr>
              <a:t>Cristóbal Fuentes Molina — Proyecto Intermodular — 2° DAW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477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E0946-B44C-ABB0-05B2-0D13DB4B1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anchor="ctr">
            <a:normAutofit/>
          </a:bodyPr>
          <a:lstStyle/>
          <a:p>
            <a:pPr algn="ctr"/>
            <a:r>
              <a:rPr lang="es-ES" dirty="0"/>
              <a:t>Demo técnica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B6EA5B62-5C4D-8ABE-DCDE-FB2AFF0AA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824660"/>
            <a:ext cx="5715000" cy="1780680"/>
          </a:xfrm>
        </p:spPr>
        <p:txBody>
          <a:bodyPr anchor="ctr" anchorCtr="1">
            <a:spAutoFit/>
          </a:bodyPr>
          <a:lstStyle/>
          <a:p>
            <a:pPr algn="ctr"/>
            <a:r>
              <a:rPr lang="en-US" dirty="0"/>
              <a:t>Cristóbal Fuentes Molina</a:t>
            </a:r>
          </a:p>
          <a:p>
            <a:pPr algn="ctr"/>
            <a:r>
              <a:rPr lang="en-US" dirty="0"/>
              <a:t>Proyecto Intermodular</a:t>
            </a:r>
          </a:p>
          <a:p>
            <a:pPr algn="ctr"/>
            <a:r>
              <a:rPr lang="en-US" dirty="0"/>
              <a:t>2° DAW</a:t>
            </a:r>
          </a:p>
          <a:p>
            <a:endParaRPr lang="es-ES" dirty="0"/>
          </a:p>
        </p:txBody>
      </p:sp>
      <p:pic>
        <p:nvPicPr>
          <p:cNvPr id="5" name="Marcador de posición de imagen 10">
            <a:extLst>
              <a:ext uri="{FF2B5EF4-FFF2-40B4-BE49-F238E27FC236}">
                <a16:creationId xmlns:a16="http://schemas.microsoft.com/office/drawing/2014/main" id="{BD387281-4F30-5566-73C4-A7E32CC4139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r="821"/>
          <a:stretch>
            <a:fillRect/>
          </a:stretch>
        </p:blipFill>
        <p:spPr>
          <a:xfrm>
            <a:off x="20" y="10"/>
            <a:ext cx="50672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96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897E3-CC3E-7321-CC2C-D49BDC8997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es-ES" dirty="0"/>
              <a:t>Gracias por su atención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C9EABE-EBBC-2BC2-1A61-03F098A7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8728" y="4943532"/>
            <a:ext cx="7644384" cy="1780680"/>
          </a:xfrm>
        </p:spPr>
        <p:txBody>
          <a:bodyPr anchor="ctr" anchorCtr="1">
            <a:spAutoFit/>
          </a:bodyPr>
          <a:lstStyle/>
          <a:p>
            <a:pPr algn="ctr"/>
            <a:r>
              <a:rPr lang="en-US" dirty="0"/>
              <a:t>Cristóbal Fuentes Molina</a:t>
            </a:r>
          </a:p>
          <a:p>
            <a:pPr algn="ctr"/>
            <a:r>
              <a:rPr lang="en-US" dirty="0"/>
              <a:t>Proyecto Intermodular</a:t>
            </a:r>
          </a:p>
          <a:p>
            <a:pPr algn="ctr"/>
            <a:r>
              <a:rPr lang="en-US" dirty="0"/>
              <a:t>2° DAW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29865449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Custom 3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" id="{FF74CFCA-15A8-4A19-8791-A4B07AC19AED}" vid="{4F1DA30D-FBF7-47F9-8AB5-ACED5332D3E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287</Words>
  <Application>Microsoft Macintosh PowerPoint</Application>
  <PresentationFormat>Panorámica</PresentationFormat>
  <Paragraphs>66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Aptos</vt:lpstr>
      <vt:lpstr>Arial</vt:lpstr>
      <vt:lpstr>Avenir Next LT Pro</vt:lpstr>
      <vt:lpstr>Avenir Next LT Pro Light</vt:lpstr>
      <vt:lpstr>Neue Haas Grotesk Text Pro</vt:lpstr>
      <vt:lpstr>GradientRise</vt:lpstr>
      <vt:lpstr>Gestor de turnos SAS</vt:lpstr>
      <vt:lpstr>Problemas encontrados en sistema actual</vt:lpstr>
      <vt:lpstr>Soluciones aportadas</vt:lpstr>
      <vt:lpstr>Tecnologías utilizadas</vt:lpstr>
      <vt:lpstr>Roles de usuario</vt:lpstr>
      <vt:lpstr>Demo técnica</vt:lpstr>
      <vt:lpstr>Gracias por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Kristo Fuentes Molina</dc:creator>
  <cp:lastModifiedBy>Kristo Fuentes Molina</cp:lastModifiedBy>
  <cp:revision>3</cp:revision>
  <dcterms:created xsi:type="dcterms:W3CDTF">2026-05-10T09:52:52Z</dcterms:created>
  <dcterms:modified xsi:type="dcterms:W3CDTF">2026-05-10T11:25:07Z</dcterms:modified>
</cp:coreProperties>
</file>